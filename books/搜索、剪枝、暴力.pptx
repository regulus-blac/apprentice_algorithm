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62" r:id="rId4"/>
    <p:sldId id="263" r:id="rId5"/>
    <p:sldId id="265" r:id="rId6"/>
    <p:sldId id="261" r:id="rId7"/>
    <p:sldId id="258" r:id="rId8"/>
    <p:sldId id="266" r:id="rId9"/>
    <p:sldId id="267" r:id="rId10"/>
    <p:sldId id="268" r:id="rId11"/>
    <p:sldId id="260" r:id="rId12"/>
    <p:sldId id="270" r:id="rId13"/>
    <p:sldId id="269" r:id="rId14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6" autoAdjust="0"/>
    <p:restoredTop sz="94660"/>
  </p:normalViewPr>
  <p:slideViewPr>
    <p:cSldViewPr snapToGrid="0">
      <p:cViewPr varScale="1">
        <p:scale>
          <a:sx n="104" d="100"/>
          <a:sy n="104" d="100"/>
        </p:scale>
        <p:origin x="128" y="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864FA3F-FCA2-2B5E-1E30-ED9AFF6C787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D45348BC-66C1-F3A4-88D5-8FF3EFD261F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BB95477-8D9D-AE47-0E33-5F2C928B8F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C21CA1-275F-40D9-A0A0-2DED13DD32C4}" type="datetimeFigureOut">
              <a:rPr lang="zh-CN" altLang="en-US" smtClean="0"/>
              <a:t>2025/10/11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AC4F6E79-A7D9-E318-0922-7A4AEBED36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7261876-8026-3BBE-1C8B-C3A52CEB88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66E5F7-A5D5-4611-B7E0-F6BB0826CC2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5692015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4486798-3BB5-8779-C4CE-2D1718E56D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630CC40-06F9-4F3D-4E55-B10DFF970F9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A9077E3-9D2C-2666-2927-46FC54F3D2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C21CA1-275F-40D9-A0A0-2DED13DD32C4}" type="datetimeFigureOut">
              <a:rPr lang="zh-CN" altLang="en-US" smtClean="0"/>
              <a:t>2025/10/11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7BEF950-2378-6C9B-C2E7-A5AE342530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1A4EAA7-AD23-A233-637A-9BF9D8BD58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66E5F7-A5D5-4611-B7E0-F6BB0826CC2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3790274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AC8640D-945C-CC97-8AB3-DB1C362D95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5B994592-AA83-D785-EE78-0F4365A527F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01FA9EF-DEFA-2B19-0357-ED5CD7A5BE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C21CA1-275F-40D9-A0A0-2DED13DD32C4}" type="datetimeFigureOut">
              <a:rPr lang="zh-CN" altLang="en-US" smtClean="0"/>
              <a:t>2025/10/11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3E7018E-3088-EB41-A819-D287B00AB1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4234DDE-F741-FB37-9903-4DC17656FF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66E5F7-A5D5-4611-B7E0-F6BB0826CC2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4129631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B495E1A-0FD3-F3E5-0BF0-4B8E7DBF2F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E406960-F6B8-3227-E34D-E21F900F9BC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ECF11C70-BD81-4D54-B400-6BBE3C03AD3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284DA47F-0A6D-D867-8A44-DBC280720E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C21CA1-275F-40D9-A0A0-2DED13DD32C4}" type="datetimeFigureOut">
              <a:rPr lang="zh-CN" altLang="en-US" smtClean="0"/>
              <a:t>2025/10/11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E5D3FB23-5B75-2F3F-E3D4-5B9E839CC7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48C72519-2A16-861B-94AB-C0A4DC6CBB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66E5F7-A5D5-4611-B7E0-F6BB0826CC2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4152483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F99EE07-87ED-6EB2-7161-46DBB365F3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92A8153-4BC9-3DB3-3711-56197C2F973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8DADEB81-9FAF-B8F8-0B31-B73B2DF4920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36098E14-B75F-A123-F24D-7CF163633CE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0F6CF6BE-2B9E-8DDE-72FF-E79F00C70A2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69A3C04B-F361-B458-42B7-4BB9F20C09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C21CA1-275F-40D9-A0A0-2DED13DD32C4}" type="datetimeFigureOut">
              <a:rPr lang="zh-CN" altLang="en-US" smtClean="0"/>
              <a:t>2025/10/11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9C596C09-8B89-00A2-FE1C-DB6BC9B3C0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0725B8F4-D28B-641D-0579-AC75DF5CB2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66E5F7-A5D5-4611-B7E0-F6BB0826CC2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183715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470A69A-D58A-B896-B769-A3D9BCBC09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52F889E5-4E5E-F085-E3AF-09E5E1E7E4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C21CA1-275F-40D9-A0A0-2DED13DD32C4}" type="datetimeFigureOut">
              <a:rPr lang="zh-CN" altLang="en-US" smtClean="0"/>
              <a:t>2025/10/11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E0F0AF83-5413-DA60-1FA6-420A299E17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FC010466-BD9A-C2EC-5BD1-01FF0B762B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66E5F7-A5D5-4611-B7E0-F6BB0826CC2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8102442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2956493C-AE23-0A1C-ECD5-141109FAAE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C21CA1-275F-40D9-A0A0-2DED13DD32C4}" type="datetimeFigureOut">
              <a:rPr lang="zh-CN" altLang="en-US" smtClean="0"/>
              <a:t>2025/10/11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0405CD80-CF29-ADF6-FDCA-199A4BD308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988BBEB8-65CB-4A41-4C21-320C1D055B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66E5F7-A5D5-4611-B7E0-F6BB0826CC2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6806422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7262E1F-E504-8D1B-4975-CD78F1E8E3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1C0134D-552C-38E1-4353-E22548F4C68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A7FE41B9-F556-BFC2-2E71-AD590622069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02B6E2F8-9A99-0F31-A5F1-CE0569E23C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C21CA1-275F-40D9-A0A0-2DED13DD32C4}" type="datetimeFigureOut">
              <a:rPr lang="zh-CN" altLang="en-US" smtClean="0"/>
              <a:t>2025/10/11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52AB099-4228-ECE9-0CD8-675FA49714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D56A4F0-E9C5-AB64-FF1E-0607A4C079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66E5F7-A5D5-4611-B7E0-F6BB0826CC2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2452448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34BB6DE-A316-0D2E-2810-2A91AA144E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0865E930-D52F-880E-A3A9-CAC97E334A2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C30791E0-7038-BC92-2562-19E00CE4893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320D744A-B354-F9DD-5CB5-DD1B93C9E3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C21CA1-275F-40D9-A0A0-2DED13DD32C4}" type="datetimeFigureOut">
              <a:rPr lang="zh-CN" altLang="en-US" smtClean="0"/>
              <a:t>2025/10/11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C4432AC4-0EBE-380E-76B3-44C2889CFF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B36B7B6-35A7-CE17-0B63-F4502BDC05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66E5F7-A5D5-4611-B7E0-F6BB0826CC2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1699182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E8A8169-B7EF-392E-1A53-FA388E1683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1E2FED6-A886-7DA9-B306-CDC74E7969D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B8868B4-AA8C-808D-72AE-E0E1702A1F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C21CA1-275F-40D9-A0A0-2DED13DD32C4}" type="datetimeFigureOut">
              <a:rPr lang="zh-CN" altLang="en-US" smtClean="0"/>
              <a:t>2025/10/11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A5616F2-E9FD-30AA-5E1F-923F4DF2DD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7888108-B42F-3777-4E02-C3A1991B96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66E5F7-A5D5-4611-B7E0-F6BB0826CC2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0904888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F1185FA5-5E7A-4877-68FF-4BF049E6036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09B0CA6D-1BAD-4B80-04CF-4E477312881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5707FCC-9DCB-8CB1-5D8F-E61C53CC4E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C21CA1-275F-40D9-A0A0-2DED13DD32C4}" type="datetimeFigureOut">
              <a:rPr lang="zh-CN" altLang="en-US" smtClean="0"/>
              <a:t>2025/10/11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D650D40-0116-2A50-7B7A-00A6B28562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6E01B29-E3C2-EB04-21CE-C2F22E8CBB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66E5F7-A5D5-4611-B7E0-F6BB0826CC2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6145417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70D94920-DD76-463F-0269-70995E78D3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C2D359A0-2C4D-AE09-3143-421AF84427C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2BC8A8F-4712-3FB3-242E-15697B04150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C21CA1-275F-40D9-A0A0-2DED13DD32C4}" type="datetimeFigureOut">
              <a:rPr lang="zh-CN" altLang="en-US" smtClean="0"/>
              <a:t>2025/10/11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5B229E4D-296F-C4B7-E92F-CA53DA489BA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2C20FFC-8B21-9A4A-C8B5-2697EC3578B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966E5F7-A5D5-4611-B7E0-F6BB0826CC2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942113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luogu.com.cn/problem/P3956" TargetMode="Externa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8D8536B-66C9-79F9-769A-8C683F58FF7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zh-CN" altLang="en-US" dirty="0"/>
              <a:t>搜索、剪枝、暴力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31CB27E3-C574-7F68-3DFC-EB9C3229237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1093295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7D55BCF-EFE2-D658-4510-146CB60C57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深度优先搜索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6D34278-FBD5-1631-6CC6-EC26CF52A0D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P1706</a:t>
            </a:r>
          </a:p>
          <a:p>
            <a:r>
              <a:rPr lang="en-US" altLang="zh-CN" dirty="0"/>
              <a:t>P1219</a:t>
            </a:r>
          </a:p>
          <a:p>
            <a:r>
              <a:rPr lang="en-US" altLang="zh-CN" dirty="0"/>
              <a:t>P3956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2003707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76C3B02-E67D-3906-A29D-FF6690E672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P1706</a:t>
            </a:r>
            <a:endParaRPr lang="zh-CN" altLang="en-US" dirty="0"/>
          </a:p>
        </p:txBody>
      </p:sp>
      <p:pic>
        <p:nvPicPr>
          <p:cNvPr id="5" name="内容占位符 4">
            <a:extLst>
              <a:ext uri="{FF2B5EF4-FFF2-40B4-BE49-F238E27FC236}">
                <a16:creationId xmlns:a16="http://schemas.microsoft.com/office/drawing/2014/main" id="{D9D43F21-7EB3-015F-8E98-F15F9AC57E4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1775726"/>
            <a:ext cx="9907383" cy="11431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0639050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0A5D8EA-63AA-2FE7-2D70-F5E1CB3739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P1219</a:t>
            </a:r>
            <a:endParaRPr lang="zh-CN" altLang="en-US" dirty="0"/>
          </a:p>
        </p:txBody>
      </p:sp>
      <p:pic>
        <p:nvPicPr>
          <p:cNvPr id="5" name="内容占位符 4">
            <a:extLst>
              <a:ext uri="{FF2B5EF4-FFF2-40B4-BE49-F238E27FC236}">
                <a16:creationId xmlns:a16="http://schemas.microsoft.com/office/drawing/2014/main" id="{8DA2A595-0068-8AF5-0905-9896F098F99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1617196"/>
            <a:ext cx="4619322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7346632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3B5351A-1528-5059-4D8A-940EE169F6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记忆化搜索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2C1F31E-6140-2368-E8AB-D429B6EDA9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P8658</a:t>
            </a:r>
          </a:p>
          <a:p>
            <a:r>
              <a:rPr lang="en-US" altLang="zh-CN" dirty="0"/>
              <a:t>P1443</a:t>
            </a:r>
          </a:p>
          <a:p>
            <a:r>
              <a:rPr lang="en-US" altLang="zh-CN" dirty="0"/>
              <a:t>CCF-CSP 37</a:t>
            </a:r>
            <a:r>
              <a:rPr lang="zh-CN" altLang="en-US" dirty="0"/>
              <a:t>次模拟模板展开</a:t>
            </a:r>
          </a:p>
        </p:txBody>
      </p:sp>
    </p:spTree>
    <p:extLst>
      <p:ext uri="{BB962C8B-B14F-4D97-AF65-F5344CB8AC3E}">
        <p14:creationId xmlns:p14="http://schemas.microsoft.com/office/powerpoint/2010/main" val="239361912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1BD3FD0-CA6B-7FBB-E720-0DACD570BD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P1443</a:t>
            </a:r>
            <a:endParaRPr lang="zh-CN" altLang="en-US" dirty="0"/>
          </a:p>
        </p:txBody>
      </p:sp>
      <p:pic>
        <p:nvPicPr>
          <p:cNvPr id="5" name="内容占位符 4">
            <a:extLst>
              <a:ext uri="{FF2B5EF4-FFF2-40B4-BE49-F238E27FC236}">
                <a16:creationId xmlns:a16="http://schemas.microsoft.com/office/drawing/2014/main" id="{E0B0A201-2C57-1747-3669-045E09F0283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1690688"/>
            <a:ext cx="5948159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2581752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17A9FC9-857C-B04C-8516-258A69F891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广度优先搜索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BDF7E60-5FBA-2EC6-3C25-9F74693C94E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P1135</a:t>
            </a:r>
          </a:p>
          <a:p>
            <a:r>
              <a:rPr lang="en-US" altLang="zh-CN" dirty="0"/>
              <a:t>P1162</a:t>
            </a:r>
          </a:p>
          <a:p>
            <a:r>
              <a:rPr lang="en-US" altLang="zh-CN" dirty="0"/>
              <a:t>P1514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39736285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7271F17-E16A-7AD1-8C2B-AB4DBA3659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P1135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F792DD6-4783-0E60-D70D-4F605CA9796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AAA95C33-BE17-D8E4-D467-42404EFC3B2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881750"/>
            <a:ext cx="9945488" cy="39820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4347810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8E6A55C-55D6-8546-519E-94874738B3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P1162</a:t>
            </a:r>
            <a:endParaRPr lang="zh-CN" altLang="en-US" dirty="0"/>
          </a:p>
        </p:txBody>
      </p:sp>
      <p:pic>
        <p:nvPicPr>
          <p:cNvPr id="5" name="内容占位符 4">
            <a:extLst>
              <a:ext uri="{FF2B5EF4-FFF2-40B4-BE49-F238E27FC236}">
                <a16:creationId xmlns:a16="http://schemas.microsoft.com/office/drawing/2014/main" id="{0FF49245-5F67-68D3-583B-6D6BE7E0702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995550" y="1502895"/>
            <a:ext cx="6650876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9244839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BEA48B0-75C2-DF36-5176-4776B88688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P1514</a:t>
            </a:r>
            <a:endParaRPr lang="zh-CN" altLang="en-US" dirty="0"/>
          </a:p>
        </p:txBody>
      </p:sp>
      <p:pic>
        <p:nvPicPr>
          <p:cNvPr id="5" name="内容占位符 4">
            <a:extLst>
              <a:ext uri="{FF2B5EF4-FFF2-40B4-BE49-F238E27FC236}">
                <a16:creationId xmlns:a16="http://schemas.microsoft.com/office/drawing/2014/main" id="{E6E695FA-9AE0-BCCF-DAB0-B3D9CEBA1F9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1765114"/>
            <a:ext cx="6026688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6138679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D997F1F-E58D-801F-EA14-87774CE0A7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剪枝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65549D7-8FF4-195D-5A90-CF2B518F71E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P3956</a:t>
            </a:r>
          </a:p>
          <a:p>
            <a:r>
              <a:rPr lang="en-US" altLang="zh-CN" dirty="0"/>
              <a:t>P1120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47964995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0C182AD-EDA0-EF58-9D6A-B469E5C59D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P3956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EDDFE7A-2960-E6EF-4FAB-BED6D130688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>
                <a:hlinkClick r:id="rId2"/>
              </a:rPr>
              <a:t>P3956 [NOIP 2017 </a:t>
            </a:r>
            <a:r>
              <a:rPr lang="zh-CN" altLang="en-US" dirty="0">
                <a:hlinkClick r:id="rId2"/>
              </a:rPr>
              <a:t>普及组</a:t>
            </a:r>
            <a:r>
              <a:rPr lang="en-US" altLang="zh-CN" dirty="0">
                <a:hlinkClick r:id="rId2"/>
              </a:rPr>
              <a:t>] </a:t>
            </a:r>
            <a:r>
              <a:rPr lang="zh-CN" altLang="en-US" dirty="0">
                <a:hlinkClick r:id="rId2"/>
              </a:rPr>
              <a:t>棋盘 </a:t>
            </a:r>
            <a:r>
              <a:rPr lang="en-US" altLang="zh-CN" dirty="0">
                <a:hlinkClick r:id="rId2"/>
              </a:rPr>
              <a:t>- </a:t>
            </a:r>
            <a:r>
              <a:rPr lang="zh-CN" altLang="en-US" dirty="0">
                <a:hlinkClick r:id="rId2"/>
              </a:rPr>
              <a:t>洛谷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07000880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29CBEE9-9842-AA12-C613-243002ECA7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P1120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3172998-00EC-5A53-CCBE-D000BBBBA74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36562DE1-8BB6-6D91-E206-6AB183AAF34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825625"/>
            <a:ext cx="7068822" cy="47367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5580663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168</TotalTime>
  <Words>46</Words>
  <Application>Microsoft Office PowerPoint</Application>
  <PresentationFormat>宽屏</PresentationFormat>
  <Paragraphs>25</Paragraphs>
  <Slides>13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13</vt:i4>
      </vt:variant>
    </vt:vector>
  </HeadingPairs>
  <TitlesOfParts>
    <vt:vector size="17" baseType="lpstr">
      <vt:lpstr>等线</vt:lpstr>
      <vt:lpstr>等线 Light</vt:lpstr>
      <vt:lpstr>Arial</vt:lpstr>
      <vt:lpstr>Office 主题​​</vt:lpstr>
      <vt:lpstr>搜索、剪枝、暴力</vt:lpstr>
      <vt:lpstr>深度优先搜索</vt:lpstr>
      <vt:lpstr>P1706</vt:lpstr>
      <vt:lpstr>P1219</vt:lpstr>
      <vt:lpstr>记忆化搜索</vt:lpstr>
      <vt:lpstr>P1443</vt:lpstr>
      <vt:lpstr>广度优先搜索</vt:lpstr>
      <vt:lpstr>P1135</vt:lpstr>
      <vt:lpstr>P1162</vt:lpstr>
      <vt:lpstr>P1514</vt:lpstr>
      <vt:lpstr>剪枝</vt:lpstr>
      <vt:lpstr>P3956</vt:lpstr>
      <vt:lpstr>P1120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yy y</dc:creator>
  <cp:lastModifiedBy>yy y</cp:lastModifiedBy>
  <cp:revision>2</cp:revision>
  <dcterms:created xsi:type="dcterms:W3CDTF">2025-09-19T11:46:13Z</dcterms:created>
  <dcterms:modified xsi:type="dcterms:W3CDTF">2025-10-11T12:23:14Z</dcterms:modified>
</cp:coreProperties>
</file>