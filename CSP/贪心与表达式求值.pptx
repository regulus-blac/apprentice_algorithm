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59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58B89E-40A6-4D46-8599-612E79C1504C}">
          <p14:sldIdLst>
            <p14:sldId id="256"/>
          </p14:sldIdLst>
        </p14:section>
        <p14:section name="贪心" id="{C52DD255-8CFA-4C61-8766-FE320F83BE8A}">
          <p14:sldIdLst>
            <p14:sldId id="257"/>
            <p14:sldId id="262"/>
            <p14:sldId id="258"/>
            <p14:sldId id="260"/>
            <p14:sldId id="259"/>
            <p14:sldId id="261"/>
            <p14:sldId id="263"/>
            <p14:sldId id="264"/>
            <p14:sldId id="266"/>
            <p14:sldId id="267"/>
          </p14:sldIdLst>
        </p14:section>
        <p14:section name="表达式求值" id="{A27EF5FC-C676-4966-9B94-B1F103951B5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04:07.9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1451 490 24575,'-6'-1'0,"-1"1"0,1-1 0,-10-3 0,-12-2 0,8 3 0,-1-1 0,-19-7 0,-14-3 0,7 7 0,0 2 0,-1 2 0,-59 5 0,26-1 0,62 1 0,0 0 0,1 2 0,-1 0 0,-32 11 0,22-6 0,-81 29 0,80-25-264,1 1 0,0 2 1,-37 26-1,-6 4-245,-37 15-571,77-37 1799,26-18-684,-1-1 0,0 1 0,-1-1 0,-10 5 0,8-6 90,1 1 0,-1 0 0,1 0 0,0 1 0,0 0 0,0 1 0,1 0 0,0 0 0,1 1 0,0 0 0,0 0 0,0 1 0,-5 10 0,5-9-125,1-1 0,-1 0 0,-8 8 0,7-10 0,1 1 0,1 0 0,-1 1 0,-4 9 0,3-4 0,1 1 0,0 0 0,1 1 0,1-1 0,1 1 0,0 0 0,1 0 0,1 0 0,-1 31 0,4-23 0,1 0 0,2 0 0,0-1 0,1 1 0,17 43 0,6-6 0,-21-45 0,1 1 0,0-2 0,17 25 0,-20-35 0,0-1 0,1 1 0,-1-1 0,1 0 0,0 0 0,0 0 0,0-1 0,0 0 0,1-1 0,-1 1 0,11 2 0,28 13 0,-27-10 0,-1-1 0,1-1 0,0 0 0,0-1 0,23 3 0,-33-7 0,4 2 0,0 1 0,19 7 0,-21-6 0,1-1 0,-1-1 0,19 5 0,-18-6 0,1 2 0,-1-1 0,0 1 0,0 1 0,-1 0 0,15 10 0,-9-6 0,26 11 0,-32-15 0,1 0 0,-1 1 0,1 0 0,14 13 0,6 3 0,16 2 0,-34-18 0,-1 0 0,15 10 0,-20-11 0,0-1 0,1 0 0,-1 0 0,1-1 0,0 0 0,17 5 0,-3-4 0,29 1 0,-19-2 0,-21-1 0,-1 0 0,17 6 0,-17-4 0,1-1 0,12 2 0,2-2 0,22 3 0,55 1 0,-49-6 0,-18 1 0,51-6 0,-74 2 0,-1-1 0,17-5 0,12-4 0,-7 6 0,-13 3 0,0-1 0,28-10 0,85-34 0,-118 43 0,22-2 0,7-3 0,-20 4 0,1-1 0,43-18 0,-52 16 0,0 0 0,-1 0 0,0-2 0,0 0 0,-1 0 0,15-18 0,-19 18 0,-1-1 0,-1 0 0,0-1 0,0 0 0,8-23 0,-2 7 0,21-44-1280,38-117 0,-53 110 822,-6 18-134,-1 16 370,-4 15 228,10-59 0,-15 34-502,-5-70 0,0 45 392,0 50 438,-7-58-1,1 54-528,-1 0 1,-2 1-1,-24-57 0,10 39 696,-49-75 0,46 76-439,23 41 377,-1 0 0,0 0 0,-1 0-1,0 1 1,0 0 0,-14-15 0,15 20-387,1 0 1,-1 0-1,0 0 1,0 1-1,-1 0 1,1 0-1,0 0 1,-1 0-1,0 1 1,0 0-1,0 0 1,0 1-1,0 0 1,0 0-1,0 0 1,-8 1-1,-100 1-52,-13-1 0,108-2-1365,3-1-5461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10:44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11:40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458 298 24575,'60'-1'0,"-18"-1"0,45 6 0,-83-4 0,0 1 0,1 0 0,-1 0 0,0 0 0,0 0 0,0 1 0,0 0 0,0 0 0,-1 0 0,1 0 0,0 0 0,5 6 0,-5-4 0,1 1 0,-1 0 0,-1 0 0,1 0 0,-1 0 0,0 0 0,0 1 0,2 5 0,1 7 0,0 1 0,-2-1 0,0 1 0,2 33 0,-2-6 0,4 61 0,-8-81-97,-2 52-910,1-69 904,0 1 0,-1-1-1,0 1 1,-1-1 0,0 0-1,-5 10 1,-3 3 104,-13 29 24,-52 79-1,-20 1-24,78-109 225,-31 28 1,-7 8 109,25-26-17,-1-1 0,-59 44 0,70-59-281,8-8-37,1 0 0,-1-1 0,-1-1 0,1 0 0,-1-1 0,-25 6 0,30-9 0,6-1 0,-1 0 0,0 0 0,1 0 0,-1-1 0,0 1 0,1-1 0,-1 0 0,0 0 0,0-1 0,1 1 0,-1-1 0,0 0 0,1 0 0,-1 0 0,1 0 0,-1 0 0,1-1 0,0 0 0,-1 0 0,1 0 0,-3-2 0,2 0 0,1 1 0,0-1 0,0 0 0,0 0 0,0 0 0,0 0 0,1 0 0,-1-1 0,1 1 0,1-1 0,-1 1 0,0-1 0,1 0 0,0 0 0,0-7 0,-3-38 7,6-64-1,-1 36-292,0 67 85,0-1 0,1 1-1,0 1 1,1-1 0,0 0 0,1 1 0,0-1 0,7-12 0,2-7 13,-6 10 584,-1 0 1,-1 0-1,3-24 0,-1 14-231,1 0 0,16-38-1,0 1 28,-16 43-192,23-85 0,-29 100 0,1-1 0,0 1 0,0-1 0,1 1 0,1 0 0,-1 0 0,10-12 0,4-3 0,25-25 0,-26 30 0,0 0 0,20-31 0,-16 18 0,-12 19 0,0 0 0,6-16 0,-7 12 0,-4 10 0,0-1 0,-1-1 0,1 1 0,-2 0 0,1-1 0,0-9 0,-1-3 0,1 1 0,1 0 0,1-1 0,1 1 0,13-31 0,-13 36-1365,0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4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1 291 24575,'6'0'0,"0"1"0,0-2 0,1 1 0,-1-1 0,0 0 0,0 0 0,1-1 0,-1 0 0,-1 0 0,1 0 0,0-1 0,0 1 0,-1-2 0,1 1 0,7-7 0,17-16 0,-21 17 0,0 1 0,0 1 0,20-12 0,81-30 0,-81 38 0,-12 5-637,26-5 1,8-3-250,-19 4 886,46-9 0,-60 15-344,-1-1 1,30-13-1,-29 10 128,37-10 0,-17 12 1119,0 1-1,1 1 1,57 4-1,-89 0-890,-2 0-12,0 0 0,-1 0 0,1 1 0,0 0 0,-1 0 0,1 0 0,-1 1 0,1-1 0,-1 1 0,1 0 0,-1 0 0,0 1 0,0-1 0,0 1 0,-1 0 0,1 0 0,0 0 0,-1 1 0,0-1 0,0 1 0,0 0 0,0 0 0,-1 0 0,1 0 0,-1 0 0,0 0 0,-1 1 0,1-1 0,-1 1 0,1-1 0,0 9 0,1 15 0,-1 1 0,-1-1 0,-3 30 0,1-3 0,1-42-51,-1 0 0,-1 0 1,0 0-1,-1-1 0,0 1 0,-1 0 0,0-1 0,-1 0 0,0 0 0,-1 0 1,0-1-1,-15 20 0,-17 25-415,19-27-192,-1-1 0,-1-1 1,-26 26-1,-87 79 305,96-89 353,25-27 0,-29 27 0,22-23 0,-26 30 0,27-28 0,-25 22 0,16-18 248,15-13 318,0-1 0,-1 0 0,-29 17 0,37-26-466,1 0 0,-1-1 0,1 0 0,-1 0 0,0 0 0,0-1 0,0 0 0,0 0 0,0 0 0,0-1 0,0 0 0,0 0-1,0 0 1,0-1 0,-11-2 0,10 1-100,0 0 0,0-1 0,-1 0 0,2 0 0,-1 0 0,0-1 0,1 0 0,-1 0 0,1-1 0,0 1 0,1-2 0,-1 1 0,-4-7 0,5 7 0,0 0 0,-1 0 0,-9-8 0,11 11 0,0 0 0,1-1 0,-1 0 0,1 0 0,0 0 0,0-1 0,0 1 0,0-1 0,0 1 0,1-1 0,0 0 0,0 0 0,-3-7 0,-2-32 0,6 33 0,-1-1 0,-4-18 0,2 16-455,0 0 0,-1-16 0,3 12-6371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4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624 40 24575,'5'-1'0,"0"1"0,-1-1 0,1 0 0,-1 0 0,1-1 0,5-2 0,11-3 0,3-1 0,-14 5 0,0 0 0,1 0 0,16-2 0,-25 5 0,1 0 0,-1 0 0,1 0 0,-1 0 0,1 0 0,-1 1 0,1-1 0,-1 1 0,1-1 0,-1 1 0,0 0 0,1 0 0,-1 0 0,0 0 0,0 1 0,0-1 0,0 0 0,0 1 0,0 0 0,2 2 0,47 62 0,53 73 0,-96-128 0,-1 1 0,0 0 0,9 22 0,-2-3 0,-7-15 0,-1 1 0,0 0 0,3 21 0,5 14 0,-9-30 0,0 1 0,-2 1 0,0-1 0,-1 0 0,-2 0 0,-3 35 0,3-49 0,-1-1 0,0 0 0,-1 0 0,0 1 0,0-1 0,-1-1 0,-4 11 0,4-13 0,0 0 0,-1 1 0,1-1 0,-1-1 0,0 1 0,-1 0 0,1-1 0,-1 0 0,0 0 0,-6 4 0,-56 41 0,44-31 0,0-2 0,-1 0 0,-28 14 0,-32 17 0,48-27 0,27-14 0,0-1 0,0-1 0,0 1 0,0-1 0,-16 4 0,-1-3 0,0 0 0,0-2 0,-1-1 0,1-1 0,-41-3 0,59 1 0,-1-1 0,0-1 0,0 1 0,1-1 0,-1 0 0,1-1 0,0 0 0,0-1 0,1 1 0,-11-9 0,-3-4 0,2-1 0,-22-25 0,-42-61 0,56 62-272,12 19-81,-25-29 0,31 41 276,1 0 0,-11-23 1,-9-11-84,16 29-978,3 1-4547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5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195 113 24575,'8'0'0,"0"0"0,-1 0 0,1-1 0,0-1 0,0 1 0,0-1 0,-1-1 0,1 1 0,-1-1 0,1-1 0,-1 1 0,0-1 0,-1-1 0,1 1 0,7-7 0,-5 3 0,0 1 0,1 1 0,0-1 0,0 2 0,1-1 0,-1 2 0,1-1 0,19-4 0,-16 6 0,0 0 0,0 1 0,0 0 0,0 1 0,1 1 0,24 3 0,-26-1 0,-1 1 0,1 1 0,15 6 0,10 4 0,16 4 0,-30-9 0,-1-2 0,25 5 0,-27-7 0,0 1 0,-1 0 0,1 2 0,-2 0 0,1 2 0,26 16 0,-37-21 0,-1 1 0,0 0 0,0 1 0,0 0 0,0 0 0,-1 1 0,-1 0 0,1 0 0,-1 0 0,-1 1 0,1 0 0,-1 0 0,6 18 0,-5-10 0,-1 0 0,0 1 0,-2 0 0,0 0 0,-1 0 0,0 0 0,-2 1 0,-3 31 0,1-38 0,0 0 0,-1-1 0,-1 0 0,0 0 0,0 0 0,-1 0 0,0 0 0,-1-1 0,-1 0 0,1 0 0,-2-1 0,1 0 0,-1 0 0,-14 12 0,10-10 0,0 2 0,1 0 0,-13 19 0,12-15 0,-6 5 0,-30 29 0,26-30 0,-19 26 0,28-31 0,-2-1 0,1 0 0,-2-1 0,-19 13 0,34-26 0,-10 8 0,2-1 0,-1-1 0,0 0 0,0 0 0,0-1 0,-18 7 0,13-7 0,-1 0 0,0-1 0,0-1 0,0 0 0,-1-1 0,0-1 0,1 0 0,-22-2 0,26-1-82,0 0 0,0-1 1,0 0-1,-21-7 0,27 6 44,-1 0 1,1 0 0,0 0 0,0 0 0,0-1-1,1 0 1,-1 0 0,1-1 0,0 1-1,-5-7 1,-38-38 37,36 37 0,-1 1 0,2-2 0,0 1 0,-12-21 0,-20-33 0,25 40 0,1 0 0,-21-48 0,34 66 0,0 1 0,0 0 0,-11-14 0,11 16 0,0 0 0,0-1 0,0 0 0,1 0 0,0 0 0,-4-10 0,2-4-136,0 0-1,1-1 1,-1-24-1,5 28-6689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6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0 611 24575,'1'-7'0,"0"0"0,0 1 0,0-1 0,1 1 0,4-11 0,3-15 0,-5 8 0,-2 13 0,0-1 0,4-12 0,-5 20 0,1 1 0,-1-1 0,1 0 0,0 1 0,0-1 0,0 1 0,1-1 0,-1 1 0,7-5 0,-1 1 0,1 1 0,-1 0 0,2 0 0,15-7 0,-13 7 0,1 0 0,11-10 0,-12 7-108,7-4-206,0-1 0,-1-1 0,27-30 0,-23 19-111,0 2-1,2 1 1,46-36-1,-38 33 839,-21 16-138,1 1 0,-1 1 0,21-12 0,-10 9 465,-12 5-638,0 1-1,1 0 1,0 0 0,0 1-1,1 1 1,-1 0 0,18-3-1,-8 4-69,1 2-1,33 2 0,-47-1-147,1 0-1,-1 1 0,0 0 1,0 0-1,0 1 0,0 0 1,0 1-1,-1 0 0,12 7 1,-4-1-61,-7-5 142,0 0 1,-1 1 0,0 0 0,0 0 0,0 0 0,-1 1 0,0 0-1,6 9 1,-5-6 12,0-1-1,17 17 1,-15-16 29,16 20-1,70 97-252,30 47-144,-117-161 656,0 2 1,-1-1-1,9 27 0,-14-32-133,1 0 1,-2 0-1,1 1 0,-1-1 0,0 0 0,-1 1 0,-2 15 0,1-21-151,1 0 0,-2 0 0,1 0 0,0 0 0,-1-1 0,0 1 0,0 0 0,0-1 0,0 0 0,0 1 0,-1-1 0,1 0 0,-1 0 0,-5 4 0,-4 3-186,-1-1-1,-20 12 0,-4 2-245,3 5 740,0 1 0,2 1 1,2 1-1,-46 62 0,46-46-245,23-34-349,-1-1 0,0 0 0,0-1 0,-2 0 1,-9 11-1,-8 0 287,-1 0 0,-1-2 0,-32 17 0,50-32 245,1 0 1,-1-1-1,0 0 0,0 0 1,-1-1-1,1-1 0,-20 2 1,-83-3-266,64-2 93,43 1-56,1 0 0,-1-1 0,0 0 0,0 0 0,1-1 0,-1 1 0,1-1 0,-1-1 0,1 0 0,0 1 0,0-2 0,0 1 0,0-1 0,1 0 0,-1 0 0,1 0 0,0-1 0,0 0 0,1 0 0,-1 0 0,1 0 0,0-1 0,1 0 0,-5-9 0,-14-27-1365,14 22-5461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7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0 334 24575,'0'-7'0,"1"1"0,-1-1 0,1 1 0,1 0 0,-1-1 0,1 1 0,0 0 0,3-8 0,1 3 0,0 1 0,1-1 0,11-12 0,-12 16 0,3-7 0,1 1 0,1 1 0,1 0 0,-1 0 0,2 1 0,25-18 0,-34 27 0,8-5 0,0 0 0,1 1 0,0 1 0,14-5 0,83-26 0,-75 26 0,34-8 0,-63 17 0,1 0 0,-1 0 0,1 1 0,-1 0 0,1 0 0,0 1 0,-1 0 0,9 2 0,-12-2 0,1 0 0,-1 1 0,1 0 0,-1-1 0,0 1 0,0 0 0,0 1 0,0-1 0,-1 0 0,1 1 0,3 4 0,2 4 0,13 21 0,-6-8 0,-3-7-175,-2 0-1,0 1 1,-1 0-1,0 1 1,8 27-1,17 87 176,-27-69 0,-2 0 0,-5 91 0,-2-60 0,3-32-532,1-23 722,-6 53 1,2-79-46,-2 0-1,1 0 1,-10 20 0,1 2 279,10-29-388,-1-1 0,1 1 0,-1 0 0,-1-1 0,1 0 0,-7 9-1,8-13-38,0 1 0,0-1 0,-1 1 0,1-1 0,-1 0 0,0 0-1,0 0 1,0 0 0,0-1 0,0 1 0,0-1 0,0 0 0,0 0 0,-1 0-1,-5 1 1,0-1 3,0-1 0,1-1 0,-1 1 0,0-1 0,1-1 0,-1 1 0,1-1 0,-15-6 0,10 4 0,0 0 0,1 1 0,-14-1 0,-1 2 0,11 1 0,-23-4 0,35 4 0,-1 0 0,0-1 0,0 1 0,0-1 0,1 0 0,-1-1 0,1 1 0,-8-6 0,4 2 0,0-1 0,0 0 0,1-1 0,0 1 0,0-1 0,1-1 0,0 1 0,0-1 0,1 0 0,-6-14 0,1 0-334,-18-29 0,15 28 217,1 0 108,-16-49 0,-7-14-5,30 76-55,0-1-1,0 0 1,2-1 0,-1 1 0,2 0 0,-1-1 0,1-15-1,1 10-6750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7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0 362 24575,'33'-44'0,"-12"21"0,-14 16 0,0 1 0,-1-1 0,-1 0 0,1 0 0,-1-1 0,7-14 0,-1-1 0,1 1 0,1 1 0,1 0 0,1 0 0,27-28 0,-34 41 0,1 0 0,0 1 0,0 1 0,15-9 0,-9 6 0,-9 6 0,0 0 0,0 0 0,0 1 0,0 0 0,0 0 0,0 0 0,1 1 0,-1 0 0,0 0 0,1 1 0,-1 0 0,1 0 0,7 1 0,9 3 0,1 0 0,27 10 0,-34-9 0,-7-3 0,-1 1 0,1 1 0,-1-1 0,0 2 0,0-1 0,-1 1 0,1 0 0,-1 1 0,0 0 0,-1 1 0,10 8 0,3 6 0,24 19 0,14 15 0,-34-25-1032,0 0-1,24 45 1,-16-23 374,-25-41 814,-1 1 0,0 0 1,-1 1-1,-1-1 1,0 1-1,-1 0 1,0 0-1,-1 1 1,0-1-1,-1 26 0,0-30-38,0 1-1,1-1 0,0 1 0,3 9 0,-3-12-8,1 1-1,-2 0 1,1 0-1,-1 0 1,0 0 0,-1 13-1,-2 1 65,-9 44-1,9-58-138,0 0 1,-1-1-1,0 1 1,0-1-1,-1 0 0,0 0 1,0-1-1,-1 1 1,-6 7-1,-19 17-24,-19 22-725,41-44 715,-1 0 0,1-1 0,-2 0 0,-13 10 0,23-18 0,-19 14-36,11-8 7,1 0 1,-1-1-1,-12 7 0,-34 20 192,40-22-23,-1-1 0,-26 11 0,18-10 37,14-6-161,0 0 0,0-1 0,0 0 0,-1 0 0,-11 1 0,-10-2-16,0-1 0,-37-3 0,62 1-51,-1 0 0,1-1 0,-1 1 0,1-2 0,-1 1 0,1-1 0,0 1 0,0-2-1,0 1 1,1-1 0,-9-6 0,3 0-71,0 0-1,1 0 0,0-1 1,-11-16-1,0-4 127,1 0 0,-19-42 0,29 51-16,2 1 0,0-1 1,1-1-1,-6-40 1,9 28-393,1 7-439,-11-41-1,8 46 810,2-1 0,0 1 0,2 0 0,0-46 0,4 32 86,2-1 0,11-48 0,-11 69-18,2 0 0,0 1 0,1 0-1,1 0 1,0 0 0,1 1 0,14-19-1,-16 23 569,12-22-1,-13 21-1533,1-3-4423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8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261 194 24575,'1'-3'0,"1"1"0,-1 0 0,1 0 0,-1 0 0,1 0 0,0 0 0,0 0 0,0 1 0,2-3 0,-1 1 0,9-8 0,15-13 0,33-23 0,-22 17 0,-27 21 0,1 0 0,-1 1 0,21-11 0,-27 17 0,-1 0 0,1 0 0,0 1 0,0-1 0,0 1 0,0 1 0,0-1 0,1 0 0,-1 1 0,0 0 0,0 1 0,0-1 0,10 3 0,-7-1 0,-1 1 0,1 0 0,-1 0 0,1 1 0,-1 0 0,0 0 0,0 0 0,-1 1 0,10 9 0,5 7 0,24 29 0,-27-28 0,15 15-147,-14-17-47,-2 0 0,0 1 0,21 36-1,-5-5 195,-20-34 0,11 23 0,20 55 0,-18-45 0,-20-41 0,0 0 0,-1 0 0,0 1 0,-1-1 0,0 1 0,-1 0 0,3 13 0,-3 9 237,-2 1 0,-3 34 0,0-7-24,2-50-249,-1-1 0,-1 0 0,1 0 0,-2 1-1,1-1 1,-1-1 0,-7 15 0,-4 5-202,-20 29-1,2-4 107,20-30 109,-2 0 0,-1-1 0,-1 0 0,-1-2 0,0 0 1,-23 21-1,0-6-788,-43 34-249,47-42 457,23-16 510,-1-1 0,-30 17 0,18-15 187,-6 4 599,0-1 0,-38 12 0,59-24-557,1-1 1,0-1 0,-1 0-1,1-1 1,-1 0-1,0 0 1,1-1-1,-1 0 1,0-1-1,1 0 1,-18-5-1,22 4-188,1 0 0,0-1-1,0 0 1,0 1 0,0-2 0,0 1-1,1-1 1,-1 1 0,1-1-1,0 0 1,0-1 0,1 1 0,-6-8-1,2 0-103,0 0 1,0 0-1,1-1 0,-6-19 0,-64-196-3367,65 187 2774,-10-74 1,-2-11 617,15 89-782,-4-16 994,5 33-778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41 607 24575,'0'-8'0,"1"0"0,0 1 0,0-1 0,1 0 0,0 0 0,0 0 0,1 1 0,5-12 0,5-4 0,20-28 0,8-13 0,1-6 0,-11 20 0,-7 14-370,49-60 0,-15 36 235,-24 27 417,-29 28-259,0 1 0,0 0-1,0 0 1,1 0 0,-1 1 0,1 0 0,0 0 0,0 1 0,0-1 0,0 1 0,1 1 0,-1-1 0,0 1 0,1 0 0,-1 1 0,1-1 0,0 1 0,6 1 0,-6 0-13,1 0-1,-1 0 1,1 0 0,-1 1 0,1 1 0,-1-1 0,0 1 0,0 0-1,0 1 1,-1 0 0,1 0 0,-1 0 0,0 1 0,0 0-1,6 6 1,-1-1-158,19 16-1,-23-20 112,1 0 1,-1 0-1,-1 0 1,1 1-1,-1 0 0,0 0 1,7 13-1,89 179-3040,-95-181 3207,-1 0 1,0 1-1,-2 0 1,5 36-1,-6-30-85,9 31-45,-7-38 0,-1 0 0,2 23 0,-5 107 565,-2-78 608,0-56-1289,0 1-1,0-1 1,-2 1-1,0-1 1,-7 21 0,-3-2-233,-18 35-1,20-48 418,-1 1 1,-2-2-1,0 1 0,-1-2 0,-23 23 0,26-29-68,-1-1 0,0-1 0,-1 0 0,1-1 0,-2 0 0,1-1 0,-20 7 0,-3 4 0,29-14 0,0-1 0,0 1 0,-1-2 0,-15 6 0,-17 0 202,16-2 272,-1-2 0,0 0 0,-29 0 0,37-4-427,-19 0-5,-43-5 0,69 3-43,-1-1 0,1 0 0,0-1 0,-1 0 0,1-1-1,0 0 1,-19-11 0,30 15 1,-12-7 0,-19-15 0,27 19 0,1 0 0,0 0 0,1 0 0,-1 0 0,1 0 0,-1 0 0,1-1 0,0 1 0,0-1 0,-2-6 0,-6-17-12,4 13-664,-6-27-1,9 23-6149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3:09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99 514 24575,'0'-11'0,"0"1"0,1-1 0,0 0 0,1 1 0,1-1 0,-1 1 0,2-1 0,-1 1 0,1 0 0,1 0 0,0 1 0,0-1 0,12-14 0,26-37 0,-26 36 0,16-35 0,-27 48 0,0 0 0,1 0 0,0 1 0,1 0 0,0 0 0,1 0 0,10-10 0,-15 17 0,0 0 0,0 0 0,-1-1 0,0 1 0,0-1 0,0 0 0,4-10 0,-6 11 0,1 0 0,-1 1 0,1-1 0,0 0 0,0 1 0,1-1 0,-1 1 0,1 0 0,-1 0 0,1 0 0,0 0 0,0 0 0,1 1 0,-1-1 0,6-2 0,-4 3 0,0 0 0,0 1 0,0 0 0,1 0 0,-1 0 0,0 1 0,1-1 0,-1 1 0,10 1 0,4 3 0,28 7 0,-31-7 0,0 0 0,21 2 0,-33-6 0,1 0 0,-1 1 0,1 0 0,-1-1 0,0 1 0,1 1 0,-1-1 0,0 1 0,0-1 0,0 1 0,0 0 0,0 1 0,0-1 0,0 1 0,-1-1 0,1 1 0,-1 0 0,0 1 0,0-1 0,0 0 0,0 1 0,3 7 0,15 29-286,-1 1 1,21 69-1,-30-80 240,-3-4 108,-1 0 0,-1 1 1,-1-1-1,1 41 0,-5 110 426,-3-84-384,2-69-104,1-3 0,-1 0 0,-1 0 0,-1-1 0,-7 28 0,9-45-9,-5 15-66,0 0-1,-14 29 1,-61 107-1099,3-5 1174,66-130 0,-1-1 0,-15 20 0,-10 15 0,34-48 91,0 0-143,0 0 1,-1 0 0,-5 6-1,8-10 97,1 0-1,-1 0 1,0-1-1,1 1 1,-1-1-1,0 1 1,0 0-1,0-1 0,1 1 1,-1-1-1,0 0 1,0 1-1,0-1 1,0 0-1,0 1 1,0-1-1,0 0 0,0 0 1,0 0-1,0 0 1,0 0-1,1 0 1,-1 0-1,0 0 1,0 0-1,0-1 0,0 1 1,-2-1-1,-1-1-13,-1-1 0,1 0 0,0 0 0,0 0 0,0-1 0,0 1 0,-5-9 0,-20-32-47,1 2 19,-26-23-59,-23-29-735,-33-50 791,78 93-31,23 35 277,-1 1-1,-19-25 1,-15-8-1470,35 38-5602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5:52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1882 294 24575,'-10'-2'0,"0"1"0,0-1 0,1 0 0,-1-1 0,1-1 0,-10-4 0,9 5 0,-78-26 0,20 8 0,1 1 0,43 12 0,1 1 0,-47-6 0,49 10 0,13 1 0,-1 0 0,1-1 0,0 0 0,0-1 0,-14-7 0,-14-7 0,20 13 0,0 0 0,0 1 0,-19-2 0,17 3 0,-1 0 0,-20-8 0,26 7 0,-1 0 0,0 1 0,0 0 0,-21 0 0,-59 3 0,49 1 0,31 0 0,0 0 0,0 1 0,0 0 0,0 1 0,0 1 0,1 0 0,0 1 0,-23 11 0,-73 33 0,92-43 0,5-3 0,1 1 0,0 1 0,-14 7 0,14-6 0,0-1 0,-13 5 0,-7 2 0,-71 29 0,6-13 0,56-15 0,31-11 0,0 1 0,0 0 0,0 0 0,1 1 0,-1 0 0,-14 9 0,4 3 0,0 1 0,1 0 0,0 1 0,-25 36 0,16-22 0,21-25 0,0-1 0,1 1 0,0 0 0,0 0 0,0 1 0,1-1 0,-4 10 0,-3 15 0,6-20 0,1 0 0,0 1 0,1-1 0,0 1 0,-1 15 0,2 4 0,1 0 0,7 56 0,-5-84 0,-1 0 0,1 0 0,0 0 0,1 0 0,-1 0 0,1-1 0,0 1 0,0 0 0,0-1 0,0 1 0,1-1 0,-1 0 0,1 0 0,6 6 0,-5-6 0,0 0 0,1-1 0,-1 1 0,1-1 0,0 0 0,-1 0 0,1 0 0,0-1 0,0 0 0,0 0 0,8 1 0,6 1 0,36 10 0,-18-3 0,4 2 0,-24-7 0,-1-1 0,1 0 0,20 1 0,-5-3 0,54 4 0,-19 0 0,99-5 0,-75-3 0,105 2 0,-184-1 0,-1 0 0,1-1 0,-1-1 0,0 1 0,1-2 0,-1 0 0,13-7 0,-12 6 0,0 0 0,0 1 0,0 0 0,0 1 0,22-3 0,-16 5 0,0 2 0,33 6 0,16 0 0,-44-8 0,37-5 0,10-1 0,-43 5 0,0 0 0,30-7 0,12-14 0,-49 19 0,1-1 0,-2-1 0,21-9 0,-16 6 0,-15 5 0,0 1 0,-1-1 0,10-6 0,-7 3 0,0 1 0,23-8 0,3-2 0,-6 2 0,-18 9 0,0-1 0,-1-1 0,18-11 0,0-5 0,42-29 0,-62 45 0,0-1 0,-1-1 0,1 1 0,-2-1 0,1-1 0,12-17 0,-12 13 0,2 1 0,-1 1 0,17-14 0,-14 13 0,0-1 0,-1 0 0,0 0 0,18-32 0,-6 10 0,-18 27 0,0-1 0,-1 1 0,0-1 0,0 0 0,-2 0 0,5-15 0,-6 18 0,-1 0 0,0-1 0,0 1 0,0 0 0,-1-1 0,0 1 0,-1 0 0,0 0 0,0-1 0,-3-9 0,2 12 0,0 0 0,0 0 0,-1 1 0,0-1 0,1 1 0,-2-1 0,-3-4 0,-30-27 0,14 14 0,15 14 0,0 1 0,0-1 0,-1 1 0,-16-10 0,-5-1 0,22 12 0,-1 1 0,0-1 0,0 2 0,0-1 0,-1 1 0,1 1 0,-1 0 0,-12-3 0,-18 3 0,0 2 0,-53 5 0,79-3 0,0 1 0,0 0 0,0 1 0,0 1 0,1 0 0,0 1 0,-23 11 0,1 1 0,20-10 0,0 0 0,-28 19 0,-32 24 0,63-42 0,-1 0 0,-20 9 0,-6 4 0,27-12-1365,4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2:38:21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24575,'0'-5'0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19:09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00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24063,'6034'0'0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04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24575,'1'-1'0,"-1"1"0,0-1 0,0 1 0,0-1 0,1 1 0,-1 0 0,0-1 0,1 1 0,-1-1 0,0 1 0,1 0 0,-1-1 0,0 1 0,1 0 0,-1 0 0,1-1 0,-1 1 0,1 0 0,-1 0 0,0 0 0,1-1 0,-1 1 0,1 0 0,-1 0 0,1 0 0,16-3 0,-16 3 0,59-4-640,84 3 0,-59 3 303,372-2-985,-427 1 1359,43 9-1,-57-8 77,46 10 694,-32-6-1764,61 5 0,195-11 1238,-131-1-807,-130 2 990,30 5 0,19 2 616,-7-9-522,-31 0 211,38 3 1,-58 0-770,25 8 0,13 2 0,-28-9 0,-8-2 0,0 1 0,0 1 0,-1 1 0,30 10 0,-37-10-227,0-1-1,0 0 1,0-1-1,1 0 1,12 1-1,-4-2-6598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06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3412 805 24575,'0'-1'0,"0"0"0,0 0 0,-1 0 0,1 0 0,-1 0 0,1 0 0,-1 0 0,1 0 0,-1 0 0,1 0 0,-1 0 0,0 0 0,0 1 0,0-1 0,1 0 0,-1 0 0,0 1 0,0-1 0,0 0 0,0 1 0,0-1 0,-2 0 0,-24-9 0,26 10 0,-31-12 0,0-2 0,1 0 0,-41-27 0,-81-41 0,136 71 0,-22-17 0,27 17 0,-1 2 0,-1 0 0,-22-11 0,27 15 0,-1-1 0,1 0 0,1 0 0,-1-1 0,-13-13 0,10 9 0,-19-14 0,19 17 0,-1 1 0,-20-8 0,-11-6 0,9-4 0,29 20 0,1 1 0,-1 0 0,0 0 0,0 0 0,0 1 0,0 0 0,0 0 0,-9-2 0,-87-32 0,87 32 0,1 0 0,0-1 0,-26-16 0,22 12 0,-26-11 0,-72-33 0,101 46 0,-12-7 0,17 9 0,0 0 0,-19-7 0,-87-23 0,103 32 0,-4-1 0,0 0 0,0 2 0,-23-4 0,26 6 0,0-2 0,-24-6 0,24 5 0,0 1 0,-24-4 0,35 7 0,-9 0 0,0-1 0,-1-1 0,1 0 0,-14-5 0,8 2 0,-1 0 0,1 2 0,-1 0 0,-31 0 0,-76 6 0,58 4 0,-19 1 0,70-7 0,0 1 0,0 1 0,-17 5 0,-13 3 0,-2-4 0,20-3 0,-46 12 0,39-7 0,-1-2 0,-59 4 0,85-10 0,-10 0 0,9 0 0,-1 0 0,1 1 0,0 0 0,-14 5 0,-7 3 0,18-6 0,-24 10 0,-16 15 0,34-16 0,-25 10 0,36-18 0,1 0 0,1 0 0,-1 1 0,1 0 0,0 1 0,0 0 0,-11 12 0,10-9 0,0-1 0,-1 0 0,-21 14 0,9-8 0,-36 32 0,18-14 0,23-20 0,-26 28 0,36-33 0,0 0 0,1 0 0,0 1 0,1 0 0,-9 17 0,-13 29 0,18-39 0,0 1 0,-10 32 0,8-14 0,2-9 0,-5 29 0,-19 102 0,11-46 0,13-70 0,-9 78 0,18-115 0,-5 66 0,5-60 0,0 0 0,1 0 0,0-1 0,5 20 0,-4-24 0,0 0 0,0 0 0,1 0 0,0 0 0,0-1 0,0 1 0,5 4 0,29 28 0,-27-28 0,-5-5 0,0 0 0,1-1 0,-1 0 0,1 0 0,0 0 0,0-1 0,9 3 0,5 3 0,94 47 0,-97-45 0,-6-5 0,21 7 0,2 1 0,45 18 0,-15-7 0,3 4 0,-53-23 0,0-1 0,0 0 0,0-1 0,1-1 0,-1 0 0,23 0 0,3 1 0,229 2-1848,-162-6 1598,667 1 2831,386 0-7363,-330 0 7764,-807-1-3209,0-2 0,0-1 0,0 0 1,0-2-1,22-9 0,36-8-239,-49 15 280,-1 0-1,1-3 0,-1 0 0,44-25 0,-49 23-17,40-15-1,-28 13 183,32-12 22,-26 11-63,42-23-1,113-58 1271,-169 83-401,0 1-1,51-14 1,-53 20-352,54-5 0,-45 8-350,-10-1-104,27-9 0,-3 1 0,49-16 0,-93 26 0,80-30 0,-81 31 0,0-1 0,-1 1 0,1-1 0,0 0 0,-1 0 0,0-1 0,0 1 0,0-1 0,7-8 0,-1 0 0,0-2 0,10-18 0,-19 29 0,11-15 0,-4 6 0,10-20 0,-17 29 0,-1-1 0,1 1 0,-1 0 0,0-1 0,0 1 0,0 0 0,0-1 0,-1 0 0,1 1 0,-1-1 0,0-5 0,-1 6 0,0 0 0,1 0 0,-1 1 0,0-1 0,0 0 0,-1 1 0,1-1 0,0 1 0,-1 0 0,1-1 0,-5-3 0,-25-21 0,11 11 0,6 2 0,-7-6 0,-1 0 0,-1 2 0,-27-18 0,5 16 0,22 10 0,7 4 0,-1 1 0,1 0 0,-1 2 0,0 0 0,-32-2 0,26 3 0,-1-1 0,-25-6 0,4-1 0,-91-8 0,44 4 0,59 8 0,-56-4 0,-258 9-923,162 3 566,-233-2 357,338 7 0,6 0 0,25-5-106,-50 9-1,84-8-352,-22 7 0,24-6 720,1-1 1,0 0-1,-17 2 0,-56-4-261,51-1 0,-45 5 0,-6 0 495,15-1 376,52-1-871,-25 6 0,27-4 0,-1-2 0,-18 2 0,-131-3-1462,89-3 370,66 2 1055,1 0 0,0 0 0,-1 1 0,-15 6 0,13-4 42,-27 4 0,-31-3-669,-83-5 0,58-2 297,71 2 329,-100 3-898,100-1 749,0 1 0,0 1 0,-24 8 0,-60 11 553,83-19-2777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17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1369 197 24575,'-2'-1'0,"0"1"0,1 0 0,-1-1 0,0 0 0,0 1 0,1-1 0,-1 0 0,1 0 0,-1 0 0,-1-1 0,-10-6 0,-37-6 0,36 11 0,1-1 0,0 0 0,-12-6 0,4 0 0,0 0 0,-1 1 0,0 1 0,0 1 0,-35-5 0,40 9 0,0-1 0,-29-10 0,31 9 0,-1 0 0,1 1 0,-1 0 0,-16 0 0,6 1 0,-38-9 0,24 4 0,31 6 0,-1 1 0,1 0 0,-1 0 0,1 1 0,0 0 0,-1 0 0,1 1 0,-1 1 0,1-1 0,0 2 0,-18 5 0,-50 24 0,62-25 0,-27 7 0,28-10 0,0 1 0,-22 11 0,-83 50 0,91-54 0,21-10 0,0 1 0,1 0 0,-1 1 0,0 0 0,1 0 0,-9 7 0,-69 57 0,68-57 0,12-6 0,-1-1 0,1 1 0,0 0 0,0 0 0,1 1 0,-1-1 0,1 1 0,-3 6 0,-9 17 0,10-22-81,1 1-1,0 0 1,1 0-1,0 1 1,0-1-1,1 0 1,-2 12-1,-5 63-718,8-66 975,-2 143-175,4-102 0,-2-47 86,0 0 0,-1 0 0,0 0 0,-6 17 0,4-15 197,1 0-1,-4 23 0,6-24-282,1 0 0,0 1 0,3 21 0,-2-30 0,0 1 0,0-1 0,0 0 0,1 1 0,-1-1 0,1 0 0,0 0 0,0 0 0,1 0 0,-1 0 0,1 0 0,0-1 0,4 5 0,8 3 0,0 1 0,1-2 0,0 0 0,0-1 0,1-1 0,28 10 0,-22-8 0,-16-6 0,-1-1 0,1 0 0,13 3 0,32 9 0,-42-12 0,0 1 0,1-1 0,-1-1 0,0 0 0,1 0 0,0-1 0,-1-1 0,1 1 0,12-3 0,89-12 0,-92 10 0,1-1 0,31-13 0,-27 9 0,-17 6 0,-1-1 0,1 0 0,0 0 0,-1-1 0,0 0 0,0 0 0,0-1 0,9-10 0,5-7 0,18-27 0,-31 39 0,-1 0 0,-1 0 0,11-22 0,-12 21 0,0 1 0,15-22 0,-10 17 0,0 0 0,-1 0 0,6-18 0,-1 4 0,-11 24 0,-1 0 0,0-1 0,0 1 0,0-1 0,0 1 0,-1-1 0,0 1 0,-1-1 0,0-13 0,0 15 0,-1 0 0,1 1 0,-1-1 0,-1 1 0,1-1 0,-1 1 0,1-1 0,-1 1 0,-1 0 0,1 0 0,0 0 0,-1 0 0,0 0 0,-6-6 0,-5-3 0,7 8 0,1-1 0,-12-14 0,16 18 0,1-1 0,-1 1 0,1 0 0,0-1 0,0 0 0,0 1 0,0-1 0,0 0 0,0 0 0,1 1 0,-1-1 0,1 0 0,0-4 0,-1-2 0,2 0 0,-1 0 0,1 0 0,1 0 0,0 0 0,0 0 0,1 1 0,0-1 0,0 1 0,1-1 0,5-8 0,1-2 0,0 0 0,-2-1 0,10-31 0,-6 16 0,-7 23 0,1 0 0,0 1 0,1 0 0,0 0 0,14-16 0,-13 18 0,-1-1 0,0 1 0,0-1 0,-1-1 0,0 0 0,6-16 0,-8 14-227,0 1-1,1 0 1,1 0-1,0 0 1,11-14-1,-5 9-6598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20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1298 43 24575,'-91'-7'0,"8"0"0,75 7 0,-10 0 0,0-1 0,0 0 0,-32-8 0,26 4 0,0 0 0,0 2 0,-47-2 0,-73 15 0,122-8 0,0 1 0,0 1 0,1 1 0,-1 1 0,1 1 0,-26 12 0,-12 10 0,-54 29 0,92-46 0,1 1 0,0 1 0,-21 19 0,22-14-174,1 1 0,-30 42 0,-23 50-587,44-68 660,18-27 101,0 0 0,0 0 0,2 1 0,0 1 0,1-1 0,1 1 0,-5 35 0,8-37 318,-10 29 0,8-31-69,1 0 1,-4 26-1,7 131-249,2-152 0,1 0 0,1 0 0,0 0 0,2-1 0,0 1 0,2-1 0,10 22 0,-9-23 0,-7-12 0,1 0 0,0 0 0,0-1 0,0 1 0,1-1 0,-1 0 0,7 7 0,26 24 0,-2 1 0,43 61 0,-23-15-298,-25-37-125,56 67 0,9-7-671,-87-99 1251,0-1 1,0 1-1,1-2 0,0 1 0,15 7 0,-5-2-20,45 30 1021,-57-38-1158,0 0 0,0-1 0,0 1 0,0-1 0,0 0 0,0 0 0,1-1 0,-1 0 0,9 0 0,11 0 0,26-2 0,-18-1 0,83 3 49,47-3-310,-113-2-270,82-17-1,-84 9 532,-25 5 0,34-4 0,-47 10 0,0-1 0,-1-1 0,1 1 0,-1-2 0,17-6 0,6-4 0,57-15 0,-60 21 0,1-2 0,36-17 0,-24 3-20,-28 15 381,0 1 0,26-11 0,-20 13-304,-1 1 1,1 0-1,24 0 1,-20 1-76,-9 1 18,-1 0 0,19-8 0,13-3 0,-38 12 0,0-1 0,0-1 0,0 1 0,-1-2 0,0 1 0,0-1 0,13-9 0,-19 12 0,117-69 0,-107 64 0,-1-1 0,-1 0 0,18-16 0,-15 12 0,19-13 0,-20 17 0,0 0 0,-1-1 0,0-1 0,18-19 0,-10 7 0,29-46 0,-42 58 0,-1 0 0,0-1 0,0 1 0,-1-1 0,-1 0 0,0 0 0,3-21 0,8-318 0,-15 343 0,1 1 0,-1-1 0,0 1 0,-1-1 0,1 1 0,-1-1 0,0 1 0,-1 0 0,-5-10 0,-2-1 0,-24-30 0,1 4 0,28 36 0,-1 1 0,1 1 0,-1-1 0,0 1 0,-1 0 0,0 0 0,1 1 0,-1-1 0,-1 2 0,-13-6 0,-24-15 0,32 17 0,0 1 0,0 0 0,0 1 0,-23-6 0,-18-7 0,-241-105 0,148 54 0,116 56 0,19 8 0,0 0 0,-13-9 0,22 12 3,-12-8-277,-1 0 1,0 1-1,-1 1 0,-28-11 1,31 16-6553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21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2019 208 24575,'-1'-1'0,"1"0"0,-1 0 0,0 0 0,0 0 0,0 0 0,0 0 0,0 0 0,0 1 0,0-1 0,0 0 0,0 1 0,-1-1 0,1 0 0,0 1 0,0 0 0,0-1 0,-1 1 0,-1-1 0,-6-2 0,-11-7 0,-1 1 0,-31-9 0,7 2 0,30 10 0,0 1 0,-1 0 0,-28-4 0,30 7 0,1-1 0,-19-6 0,20 5 0,0 1 0,-1 0 0,-16-2 0,-7 4 0,24 1 0,0 0 0,0-1 0,1 0 0,-1-1 0,-15-5 0,9 2 0,1 1 0,-1 0 0,0 2 0,-23-2 0,-75 5 0,46 1 0,-3-3 0,-72 2 0,116 3 0,-1 1 0,1 1 0,1 1 0,-52 21 0,-34 9 0,91-31 0,7-3 0,-25 10 0,23-7 0,0-1 0,-18 3 0,19-5 0,0 1 0,-29 11 0,-161 74 0,197-83 0,1 0 0,-1 0 0,1 1 0,-9 8 0,7-5 0,-19 12 0,22-17 0,0 0 0,1 0 0,-1 0 0,1 1 0,1 0 0,-1 1 0,1 0 0,-7 9 0,-16 21 0,24-32 0,0 0 0,0 0 0,1 1 0,0-1 0,0 1 0,0 0 0,1 0 0,0 1 0,-4 12 0,4-8 0,2 1 0,-1 0 0,1-1 0,1 1 0,0 0 0,1 0 0,0-1 0,1 1 0,0-1 0,1 1 0,0-1 0,0 0 0,7 14 0,14 25 0,-16-31 0,0-1 0,19 29 0,-17-32 0,10 24 0,-15-28 0,0-1 0,0-1 0,1 1 0,0-1 0,1 0 0,15 16 0,-5-8 0,-1 1 0,22 29 0,-9-10 0,-9-7 0,-17-25 0,0 1 0,1-1 0,-1 0 0,1 0 0,9 9 0,-7-8 0,1 0 0,0 0 0,0-1 0,1 0 0,0 0 0,0-1 0,0 0 0,0 0 0,0-1 0,1 0 0,0 0 0,8 1 0,-4-2 0,-1 1 0,0 1 0,0 0 0,0 1 0,19 10 0,-18-9 0,-1 1 0,2-2 0,-1 0 0,21 5 0,-14-6 0,31 13 0,-34-11 0,0-1 0,29 6 0,15 2-695,-41-7 282,28 3 0,-14-4 590,37 11 0,-44-9 128,0-1-1,54 4 1,-70-10-263,0 0 0,0 1 0,0 1 1,0 0-1,12 4 0,3 0-42,0 0 0,0-2 0,34 2 0,10 2 0,-56-5 0,22 7 0,-25-7 0,1 1 0,-1-2 0,17 3 0,-5-5 0,0 0 0,43-7 0,-43 4 0,7 0 0,34 3 0,-39 0 0,0 0 0,37-6 0,-23 0 0,-26 5 0,1-1 0,-1-1 0,18-5 0,-13 2 0,1 2 0,0 0 0,0 1 0,20-1 0,-16 2 0,0 0 0,25-8 0,-37 6 0,-1 1 0,-1-2 0,14-7 0,-15 7 0,1 1 0,0-1 0,0 2 0,13-5 0,-1 3 0,0 1 0,0 1 0,25 0 0,-36 2 0,0-1 0,0 1 0,-1-1 0,15-5 0,-12 3 0,24-4 0,74-9 0,-99 15 0,0-1 0,-1-1 0,0 0 0,0-1 0,11-6 0,-9 5 0,0 0 0,25-9 0,-2 7 0,-27 7 0,1-1 0,-1 0 0,0 0 0,0-1 0,-1 0 0,1 0 0,0-1 0,-1 0 0,8-5 0,-4 0 0,-1 0 0,-1 0 0,1-1 0,-2-1 0,1 1 0,-2-1 0,1 0 0,-1-1 0,-1 0 0,0 0 0,-1-1 0,0 1 0,4-20 0,-3 11 19,13-28-1,-13 35-191,0 1 0,-1-1 0,-1 0 0,0-1 0,2-21 0,-5 29 144,12-273-142,-12 238 124,-1 13 671,-2-32 0,1 57-624,1 0 0,-1 0 0,-1 0 0,1 0 0,0 0 0,-1 1 0,0-1 0,0 0 0,-4-5 0,-2-1 0,-16-16 0,16 18 0,0 0 0,-12-17 0,15 17 0,-1-1 0,0 1 0,0 1 0,-1-1 0,0 1 0,0 0 0,-9-7 0,-21-16 0,30 23 0,0 1 0,-1 0 0,1 0 0,-1 0 0,0 1 0,0 0 0,-1 1 0,1 0 0,-14-4 0,9 4 0,0 0 0,-17-9 0,18 8 0,-1 0 0,-17-5 0,-14-4 0,33 10 0,0 1 0,0-1 0,-16-1 0,14 2 0,0 1 0,-17-7 0,17 5 0,0 0 0,-16-2 0,-125-11 0,97 5 0,40 8 0,-1 0 0,-20-2 0,-36 1 0,-116-5 0,124 10-1365,48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25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1205 223 24575,'-5'-1'0,"0"0"0,0 0 0,0-1 0,0 0 0,1 0 0,-8-4 0,3 0 0,0 0 0,-15-13 0,-4-4 0,13 14 0,1 0 0,-1 1 0,-1 0 0,-31-10 0,35 14 0,1-1 0,0-1 0,0 0 0,-14-11 0,11 8 0,-22-12 0,33 19 0,-7-3 0,0 0 0,0 1 0,0 0 0,0 1 0,-1 0 0,0 1 0,-15-2 0,2 2 0,1 2 0,-1 1 0,-39 7 0,48-5 0,1 0 0,0 1 0,-1 1 0,2 0 0,-1 1 0,1 1 0,-13 8 0,10-6 0,-25 11 0,28-14 0,0 0 0,1 1 0,-1 0 0,-10 10 0,-15 12 0,24-19 0,0 1 0,1 0 0,0 0 0,1 2 0,-14 16 0,-51 71 0,26-33 0,-22 30 0,67-89 0,1 0 0,0 0 0,1 0 0,0 0 0,0 1 0,1-1 0,0 1 0,0 0 0,1 0 0,0 0 0,1 0 0,-1 12 0,2-16 0,-1 36 0,4 46 0,-1-79 0,-1-1 0,1 1 0,0-1 0,1 0 0,-1 0 0,2 0 0,-1 0 0,1 0 0,0-1 0,9 12 0,3 1 0,37 32 0,-35-35 0,0-2 0,1 0 0,1-1 0,33 16 0,-31-16 0,21 14 0,-12-7 0,81 47 0,-101-60 0,-1 1 0,12 10 0,-15-12 0,0 0 0,0-1 0,0 0 0,1 0 0,-1 0 0,17 6 0,6 1 0,1 2 0,-1 1 0,28 20 0,-25-16 0,-23-14 0,1 0 0,-1-1 0,16 5 0,9 2 0,-28-8 0,-1-1 0,0 0 0,1-1 0,0 1 0,-1-1 0,1-1 0,0 1 0,-1-1 0,1 0 0,0-1 0,9-1 0,-1-2 0,0 0 0,-1-1 0,27-13 0,-15 5 0,0-1 0,0-1 0,30-24 0,-29 19 0,-6 4 0,33-32 0,-18 14 0,-24 24 0,-2 0 0,1 0 0,-2-1 0,11-14 0,4-8 0,53-55 0,-36 43 0,-20 24 0,37-30 0,11-11 0,-29 20 0,-2-2 0,36-54 0,-70 91 0,0 0 0,0-1 0,0 0 0,-1 1 0,0-2 0,-1 1 0,1 0 0,-2 0 0,1-1 0,-1 1 0,0-1 0,-1 1 0,0-1 0,-1 1 0,-2-14 0,3 19 0,-1 0 0,0 0 0,-1 0 0,1 0 0,-1 0 0,1 0 0,-1 0 0,0 1 0,0-1 0,0 1 0,0-1 0,0 1 0,-4-3 0,-2-1 0,-1 1 0,-17-9 0,-4-3 0,-102-60 0,107 66 0,1 1 0,-2 1 0,-35-7 0,53 13 0,-28-4 0,27 6 0,0-1 0,1 0 0,0 0 0,-1-1 0,1 0 0,0 0 0,-15-9 0,7 3 0,-32-15 0,7 4 0,27 13-1365,0 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3:20:31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5764D-7DE9-DD95-4827-E8DBB946B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4C9018-29DB-419E-5801-AEDAE9F09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60702-55F7-B172-CF23-12AF6DB4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036D2-02E5-D1FF-3751-6934BAE1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6AF88-2CB0-8AF6-7DEA-E67FBF12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24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4F508-6C0A-3675-89AA-1DC370F4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82E2C-8B2E-4E81-0D36-4912E0D08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D679C8-984C-25AD-C4A5-F0405F62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8E3C07-ACCB-8D83-E90E-C2E776F3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61A8C-4778-0C1D-F92B-BD8E0DCD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8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A09B4-D111-F804-06B0-DB1A78AB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9766D7-C0C1-5617-D72C-FEF8FD2AF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C6044-9034-835C-5D6B-BD0B764C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7914B-B719-36BB-01D4-BE8EFC2A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3050AA-DB70-8A14-FCB5-55FEC388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18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55A60-A7AD-3E43-B090-C0802869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05BF22-340A-7ED4-57B5-4424FAB0E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62BEC-7623-4830-7A45-FA43A0A9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6C013-E206-7CFC-041B-CC510054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E6EE0-2276-6072-7DA7-0B7D783A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8FEE24-3F5A-1483-6814-F9B63D35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5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0DDC5-B17D-30DB-DB3E-122C0850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6034FF-A3CA-F542-FE26-268F6059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01150A-D914-C812-6A4A-2CA98A28B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89887B-5E6B-DD18-04ED-BC73C0F6B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76C181-71FA-8665-2DD2-3602ABB57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7A7AF2-A7F8-6233-F435-1B712E41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DB5CD8-7B08-8CE1-8067-83D469CF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C68EC8-9BEB-E3A8-88D4-CB8D63D1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4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3658C-49A2-817C-FB01-46EA11F3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D5A75F-A5E7-0CD7-C97F-E9477467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579705-047B-DEA4-2A97-799E6E2B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4D7CA1-BDB0-A11D-A747-BE96ABE9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89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D29A78-FDD9-752F-0193-265B5662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5ABD8-1DC8-C42E-EB9E-F15B1E47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3F474-EDDE-CF7A-420A-0BFC6FA6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74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06D43-77C3-731F-5C90-57A033F9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EF6E44-9857-440D-D843-901AAE0E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B9D007-CFEE-80D5-22B6-AB504577F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6A9D8-5402-DFB4-DBD3-C933F0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AC1DD2-1414-1BA1-A1BC-1CD77E8B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46C712-62FA-70EF-078D-2B03B413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6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8172A-B990-5DEC-F5BC-AE54078A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A4DB20-AD87-F84F-0978-1E0DD8B83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89807C-065A-AE85-B1FE-0CF987E9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B8745-04E5-A9D4-38F9-519D1825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5F0F89-0996-4B0B-2726-E1C53649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69C1F-CB34-2421-2D9D-6A95884D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24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CF58D-0BEE-84FF-6255-2C13A8DD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EE7785-D95C-3D9C-C813-054C311BD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38061-93F7-3354-5617-894FBB72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1F0CCC-CEA0-052C-EAD1-EA0E11AC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37A68-055A-B6DF-9C2C-4E9DC64B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02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3F4155-441E-7AA8-534B-455F71646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547830-D2BA-85AA-6DE2-10FEF2134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ED0693-114C-CB04-72E5-D7D3A436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E6C4C6-B1EB-3E4B-5FDE-CCDD40CF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D5B144-0793-4389-618A-3CFE2F7F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1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A9001A-C0D6-EC75-04D6-D365AD95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1C8842-96B9-B9FE-D0A6-5B76C92CD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A058E-7F85-F0E2-C549-7DB3EB87D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7643C-65E8-437D-95B8-23FF321F2B66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09424-0A1D-A5D1-18FC-2E4EBF5C1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32251-AA0A-E196-FA85-5AC6250E9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971C8-D6BA-4CFC-BAFD-5B8946B38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33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3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8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image" Target="../media/image7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24" Type="http://schemas.openxmlformats.org/officeDocument/2006/relationships/customXml" Target="../ink/ink14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10" Type="http://schemas.openxmlformats.org/officeDocument/2006/relationships/customXml" Target="../ink/ink7.xml"/><Relationship Id="rId19" Type="http://schemas.openxmlformats.org/officeDocument/2006/relationships/image" Target="../media/image16.png"/><Relationship Id="rId4" Type="http://schemas.openxmlformats.org/officeDocument/2006/relationships/customXml" Target="../ink/ink4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1.xml"/><Relationship Id="rId18" Type="http://schemas.openxmlformats.org/officeDocument/2006/relationships/image" Target="../media/image33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30.png"/><Relationship Id="rId17" Type="http://schemas.openxmlformats.org/officeDocument/2006/relationships/customXml" Target="../ink/ink23.xml"/><Relationship Id="rId2" Type="http://schemas.openxmlformats.org/officeDocument/2006/relationships/image" Target="../media/image26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29.png"/><Relationship Id="rId19" Type="http://schemas.openxmlformats.org/officeDocument/2006/relationships/customXml" Target="../ink/ink24.xml"/><Relationship Id="rId4" Type="http://schemas.openxmlformats.org/officeDocument/2006/relationships/image" Target="../media/image4.png"/><Relationship Id="rId9" Type="http://schemas.openxmlformats.org/officeDocument/2006/relationships/customXml" Target="../ink/ink19.xml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0D55D-F3AD-F05F-79A4-6A78DC28C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贪心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4919C3-FCC4-8783-CABC-11CBE1D66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8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6862F-E823-4991-8FC1-9FF0C8B1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贪心简介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DAEFD08-12E8-EAF5-DDB2-F5AFA9B98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4310"/>
            <a:ext cx="10515600" cy="22567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EF215DE-E277-66D6-C514-C543F7B2CC66}"/>
              </a:ext>
            </a:extLst>
          </p:cNvPr>
          <p:cNvSpPr txBox="1"/>
          <p:nvPr/>
        </p:nvSpPr>
        <p:spPr>
          <a:xfrm>
            <a:off x="914399" y="4167377"/>
            <a:ext cx="570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CSP</a:t>
            </a:r>
            <a:r>
              <a:rPr lang="zh-CN" altLang="en-US" dirty="0"/>
              <a:t>考场上，可能会出现贪心的题目。</a:t>
            </a:r>
            <a:endParaRPr lang="en-US" altLang="zh-CN" dirty="0"/>
          </a:p>
          <a:p>
            <a:r>
              <a:rPr lang="zh-CN" altLang="en-US" dirty="0"/>
              <a:t>另一仿方面，使用贪心思路能帮助拿到</a:t>
            </a:r>
            <a:r>
              <a:rPr lang="en-US" altLang="zh-CN" dirty="0"/>
              <a:t>T4</a:t>
            </a:r>
            <a:r>
              <a:rPr lang="zh-CN" altLang="en-US" dirty="0"/>
              <a:t>、</a:t>
            </a:r>
            <a:r>
              <a:rPr lang="en-US" altLang="zh-CN" dirty="0"/>
              <a:t>T5</a:t>
            </a:r>
            <a:r>
              <a:rPr lang="zh-CN" altLang="en-US" dirty="0"/>
              <a:t>部分分。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8C54DEA-E1D8-6035-8792-FDDC9EF7C1A7}"/>
                  </a:ext>
                </a:extLst>
              </p14:cNvPr>
              <p14:cNvContentPartPr/>
              <p14:nvPr/>
            </p14:nvContentPartPr>
            <p14:xfrm>
              <a:off x="4839637" y="4241778"/>
              <a:ext cx="861480" cy="679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8C54DEA-E1D8-6035-8792-FDDC9EF7C1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3517" y="4235658"/>
                <a:ext cx="873720" cy="69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914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DFE0A-F368-83B1-7A2F-686DB4DA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P1181 </a:t>
            </a:r>
            <a:r>
              <a:rPr lang="zh-CN" altLang="en-US" dirty="0"/>
              <a:t>数列分段</a:t>
            </a:r>
            <a:r>
              <a:rPr lang="en-US" altLang="zh-CN" dirty="0"/>
              <a:t>I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435B13-D7EA-631A-1A0B-EEE11F7F7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8938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BC685EA6-DE92-6F62-3A7F-57E043754843}"/>
                  </a:ext>
                </a:extLst>
              </p14:cNvPr>
              <p14:cNvContentPartPr/>
              <p14:nvPr/>
            </p14:nvContentPartPr>
            <p14:xfrm>
              <a:off x="1734277" y="3737121"/>
              <a:ext cx="360" cy="36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BC685EA6-DE92-6F62-3A7F-57E0437548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8157" y="37310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71343812-0ACE-E033-A380-F6C679802FD3}"/>
                  </a:ext>
                </a:extLst>
              </p14:cNvPr>
              <p14:cNvContentPartPr/>
              <p14:nvPr/>
            </p14:nvContentPartPr>
            <p14:xfrm>
              <a:off x="6296197" y="3006321"/>
              <a:ext cx="360" cy="36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71343812-0ACE-E033-A380-F6C679802F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90077" y="300020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7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FDA5D-27FE-1A94-5B0B-6243ADE6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P2240</a:t>
            </a:r>
            <a:r>
              <a:rPr lang="zh-CN" altLang="en-US" dirty="0"/>
              <a:t>部分背包问题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ED281-DD05-D178-E2CE-7C99C9528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01D8D9-70B5-C341-7E6B-0D9046728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145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5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EFC4C-C92F-86AC-840D-7AA340D4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P2240</a:t>
            </a:r>
            <a:r>
              <a:rPr lang="zh-CN" altLang="en-US" dirty="0"/>
              <a:t>部分背包问题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E5E5F-DFCA-02BB-2F5C-7B6BB9043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利用性价比贪心即可。</a:t>
            </a:r>
          </a:p>
        </p:txBody>
      </p:sp>
    </p:spTree>
    <p:extLst>
      <p:ext uri="{BB962C8B-B14F-4D97-AF65-F5344CB8AC3E}">
        <p14:creationId xmlns:p14="http://schemas.microsoft.com/office/powerpoint/2010/main" val="275148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A86F4-833D-31A9-E3BA-317E52BD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P1090 </a:t>
            </a:r>
            <a:r>
              <a:rPr lang="zh-CN" altLang="en-US" dirty="0"/>
              <a:t>合并果子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3E478-C8B6-8961-84CC-36FC2229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38EC5-4992-5720-4031-87CDC2E84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827334" cy="49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3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CFA80-BE74-B5B8-6E5C-1B13D236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P1090 </a:t>
            </a:r>
            <a:r>
              <a:rPr lang="zh-CN" altLang="en-US" dirty="0"/>
              <a:t>合并果子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92EAAD-E8BC-2953-AFCA-24C1F60B3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每次选择数目最少的两个果子进行合并。</a:t>
            </a:r>
            <a:endParaRPr lang="en-US" altLang="zh-CN" dirty="0"/>
          </a:p>
          <a:p>
            <a:r>
              <a:rPr lang="zh-CN" altLang="en-US" dirty="0"/>
              <a:t>追求更高效的写法，需要使用</a:t>
            </a:r>
            <a:r>
              <a:rPr lang="en-US" altLang="zh-CN" dirty="0"/>
              <a:t>std::</a:t>
            </a:r>
            <a:r>
              <a:rPr lang="en-US" altLang="zh-CN" dirty="0" err="1"/>
              <a:t>priority_queue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887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922E1-567E-D34A-56F5-18079DB2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P1106 </a:t>
            </a:r>
            <a:r>
              <a:rPr lang="zh-CN" altLang="en-US" dirty="0"/>
              <a:t>删数游戏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58BB7-E258-7B24-DEC6-A1F37568C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771A2B-EF71-B003-9797-B6A894035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01251" cy="9674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B2A094-4B8B-F574-0691-D59C1537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44660"/>
            <a:ext cx="9770226" cy="2891556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01AE06A5-7B4C-9C31-E5AA-49B7A5CA33AC}"/>
              </a:ext>
            </a:extLst>
          </p:cNvPr>
          <p:cNvGrpSpPr/>
          <p:nvPr/>
        </p:nvGrpSpPr>
        <p:grpSpPr>
          <a:xfrm>
            <a:off x="4918837" y="332898"/>
            <a:ext cx="6134400" cy="843480"/>
            <a:chOff x="4918837" y="332898"/>
            <a:chExt cx="6134400" cy="84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5A321B17-FB0F-A44C-CEA1-9B267048856F}"/>
                    </a:ext>
                  </a:extLst>
                </p14:cNvPr>
                <p14:cNvContentPartPr/>
                <p14:nvPr/>
              </p14:nvContentPartPr>
              <p14:xfrm>
                <a:off x="4918837" y="633138"/>
                <a:ext cx="279720" cy="54324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5A321B17-FB0F-A44C-CEA1-9B26704885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12717" y="627018"/>
                  <a:ext cx="29196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0B3CFDA-1D91-0F55-360F-A0B6925F44C8}"/>
                    </a:ext>
                  </a:extLst>
                </p14:cNvPr>
                <p14:cNvContentPartPr/>
                <p14:nvPr/>
              </p14:nvContentPartPr>
              <p14:xfrm>
                <a:off x="5570797" y="715218"/>
                <a:ext cx="374400" cy="41364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0B3CFDA-1D91-0F55-360F-A0B6925F44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64677" y="709098"/>
                  <a:ext cx="3866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5948C5D5-5BB2-72D7-3C01-467F29F95DDA}"/>
                    </a:ext>
                  </a:extLst>
                </p14:cNvPr>
                <p14:cNvContentPartPr/>
                <p14:nvPr/>
              </p14:nvContentPartPr>
              <p14:xfrm>
                <a:off x="6111517" y="691458"/>
                <a:ext cx="389880" cy="3729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5948C5D5-5BB2-72D7-3C01-467F29F95D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5397" y="685338"/>
                  <a:ext cx="4021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0BDA1880-F8F6-2D5A-FC7A-187BF766323D}"/>
                    </a:ext>
                  </a:extLst>
                </p14:cNvPr>
                <p14:cNvContentPartPr/>
                <p14:nvPr/>
              </p14:nvContentPartPr>
              <p14:xfrm>
                <a:off x="6718477" y="634938"/>
                <a:ext cx="397440" cy="3747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0BDA1880-F8F6-2D5A-FC7A-187BF76632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12357" y="628818"/>
                  <a:ext cx="4096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6D772C9-4B96-523D-9421-54553E777E19}"/>
                    </a:ext>
                  </a:extLst>
                </p14:cNvPr>
                <p14:cNvContentPartPr/>
                <p14:nvPr/>
              </p14:nvContentPartPr>
              <p14:xfrm>
                <a:off x="7434517" y="520458"/>
                <a:ext cx="453240" cy="4543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6D772C9-4B96-523D-9421-54553E777E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397" y="514338"/>
                  <a:ext cx="4654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570F38E4-8F14-9B08-FA6C-71B49C36445A}"/>
                    </a:ext>
                  </a:extLst>
                </p14:cNvPr>
                <p14:cNvContentPartPr/>
                <p14:nvPr/>
              </p14:nvContentPartPr>
              <p14:xfrm>
                <a:off x="8254237" y="471138"/>
                <a:ext cx="259920" cy="4100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570F38E4-8F14-9B08-FA6C-71B49C3644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48117" y="465018"/>
                  <a:ext cx="272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FAE7C15-1347-1817-B8F6-BB6E56C6D057}"/>
                    </a:ext>
                  </a:extLst>
                </p14:cNvPr>
                <p14:cNvContentPartPr/>
                <p14:nvPr/>
              </p14:nvContentPartPr>
              <p14:xfrm>
                <a:off x="8929957" y="450978"/>
                <a:ext cx="331560" cy="4100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FAE7C15-1347-1817-B8F6-BB6E56C6D0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23837" y="444858"/>
                  <a:ext cx="3438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5B60AC0-CE39-8FE6-C5BD-7B151535E5FB}"/>
                    </a:ext>
                  </a:extLst>
                </p14:cNvPr>
                <p14:cNvContentPartPr/>
                <p14:nvPr/>
              </p14:nvContentPartPr>
              <p14:xfrm>
                <a:off x="9591637" y="332898"/>
                <a:ext cx="373680" cy="5533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5B60AC0-CE39-8FE6-C5BD-7B151535E5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85517" y="326778"/>
                  <a:ext cx="3859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88130469-F5C1-7515-317E-A414EF71984A}"/>
                    </a:ext>
                  </a:extLst>
                </p14:cNvPr>
                <p14:cNvContentPartPr/>
                <p14:nvPr/>
              </p14:nvContentPartPr>
              <p14:xfrm>
                <a:off x="10282117" y="362778"/>
                <a:ext cx="328320" cy="49284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88130469-F5C1-7515-317E-A414EF7198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75997" y="356658"/>
                  <a:ext cx="3405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E5EDDD23-DEB4-165C-9592-54BA81D9B1D5}"/>
                    </a:ext>
                  </a:extLst>
                </p14:cNvPr>
                <p14:cNvContentPartPr/>
                <p14:nvPr/>
              </p14:nvContentPartPr>
              <p14:xfrm>
                <a:off x="10763437" y="436218"/>
                <a:ext cx="289800" cy="5256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E5EDDD23-DEB4-165C-9592-54BA81D9B1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57317" y="430098"/>
                  <a:ext cx="302040" cy="53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95869DD5-551B-8CCE-1881-49BD33E12217}"/>
                  </a:ext>
                </a:extLst>
              </p14:cNvPr>
              <p14:cNvContentPartPr/>
              <p14:nvPr/>
            </p14:nvContentPartPr>
            <p14:xfrm>
              <a:off x="878197" y="3810498"/>
              <a:ext cx="867240" cy="354960"/>
            </p14:xfrm>
          </p:contentPart>
        </mc:Choice>
        <mc:Fallback xmlns=""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95869DD5-551B-8CCE-1881-49BD33E122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2077" y="3804378"/>
                <a:ext cx="87948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C1A3EFA1-32A3-60E0-1F19-167576FEF648}"/>
                  </a:ext>
                </a:extLst>
              </p14:cNvPr>
              <p14:cNvContentPartPr/>
              <p14:nvPr/>
            </p14:nvContentPartPr>
            <p14:xfrm>
              <a:off x="2047117" y="1146138"/>
              <a:ext cx="360" cy="216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C1A3EFA1-32A3-60E0-1F19-167576FEF64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40997" y="1140018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202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14E4A-1365-5528-0954-ACCC00D55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P1106 </a:t>
            </a:r>
            <a:r>
              <a:rPr lang="zh-CN" altLang="en-US" dirty="0"/>
              <a:t>删数游戏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FA5404-7BD8-9AC3-F5C9-368779BCA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字典序最小是可以贪心的，即从高位到低位贪心，每一位的字符尽可能小。</a:t>
            </a:r>
            <a:endParaRPr lang="en-US" altLang="zh-CN" dirty="0"/>
          </a:p>
          <a:p>
            <a:r>
              <a:rPr lang="zh-CN" altLang="en-US" dirty="0"/>
              <a:t>考虑逐位确定最后的数是什么，枚举</a:t>
            </a:r>
            <a:r>
              <a:rPr lang="en-US" altLang="zh-CN" dirty="0"/>
              <a:t>0…9</a:t>
            </a:r>
            <a:r>
              <a:rPr lang="zh-CN" altLang="en-US" dirty="0"/>
              <a:t>一次判断是否可以。</a:t>
            </a:r>
            <a:endParaRPr lang="en-US" altLang="zh-CN" dirty="0"/>
          </a:p>
          <a:p>
            <a:r>
              <a:rPr lang="zh-CN" altLang="en-US" dirty="0"/>
              <a:t>判断时候，只需找找到第一个对应的数字，看下最优情况下是否可以保留</a:t>
            </a:r>
            <a:r>
              <a:rPr lang="en-US" altLang="zh-CN" dirty="0"/>
              <a:t>n-k</a:t>
            </a:r>
            <a:r>
              <a:rPr lang="zh-CN" altLang="en-US" dirty="0"/>
              <a:t>个数即可。</a:t>
            </a:r>
          </a:p>
        </p:txBody>
      </p:sp>
    </p:spTree>
    <p:extLst>
      <p:ext uri="{BB962C8B-B14F-4D97-AF65-F5344CB8AC3E}">
        <p14:creationId xmlns:p14="http://schemas.microsoft.com/office/powerpoint/2010/main" val="208377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DE48C-B9F8-28C0-3335-449C98CF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P1843 </a:t>
            </a:r>
            <a:r>
              <a:rPr lang="zh-CN" altLang="en-US" dirty="0"/>
              <a:t>奶牛晒衣服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CB8B6-330B-42AF-F913-E93EDF7B5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8DF4C3-B3D9-63D5-CF1A-72132464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869978" cy="14168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0976A4-F517-DCE9-7616-30AA755C0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97713"/>
            <a:ext cx="5153744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7E624-F720-8542-4657-787804C2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P1843 </a:t>
            </a:r>
            <a:r>
              <a:rPr lang="zh-CN" altLang="en-US" dirty="0"/>
              <a:t>奶牛晒衣服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8B6FF9-1B42-DE99-E542-A4DE80DF5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方法一：二分答案</a:t>
            </a:r>
            <a:endParaRPr lang="en-US" altLang="zh-CN" dirty="0"/>
          </a:p>
          <a:p>
            <a:r>
              <a:rPr lang="zh-CN" altLang="en-US" dirty="0"/>
              <a:t>方法二：每次一定是贪心地对适度最大的衣服使用烘干机。</a:t>
            </a:r>
          </a:p>
        </p:txBody>
      </p:sp>
    </p:spTree>
    <p:extLst>
      <p:ext uri="{BB962C8B-B14F-4D97-AF65-F5344CB8AC3E}">
        <p14:creationId xmlns:p14="http://schemas.microsoft.com/office/powerpoint/2010/main" val="363838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F41E6-3940-36AB-1B84-99AE42DD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表达式求值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74B7C-0C50-4070-DC87-B34721530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往届</a:t>
            </a:r>
            <a:r>
              <a:rPr lang="en-US" altLang="zh-CN" dirty="0"/>
              <a:t>CSPT2</a:t>
            </a:r>
            <a:r>
              <a:rPr lang="zh-CN" altLang="en-US" dirty="0"/>
              <a:t>出现过简单版。</a:t>
            </a:r>
            <a:endParaRPr lang="en-US" altLang="zh-CN" dirty="0"/>
          </a:p>
          <a:p>
            <a:r>
              <a:rPr lang="zh-CN" altLang="en-US" dirty="0"/>
              <a:t>这是一个经典算法，可能会在</a:t>
            </a:r>
            <a:r>
              <a:rPr lang="en-US" altLang="zh-CN" dirty="0"/>
              <a:t>T4T5</a:t>
            </a:r>
            <a:r>
              <a:rPr lang="zh-CN" altLang="en-US" dirty="0"/>
              <a:t>中作为一个小知识点考到。</a:t>
            </a:r>
            <a:endParaRPr lang="en-US" altLang="zh-CN" dirty="0"/>
          </a:p>
          <a:p>
            <a:r>
              <a:rPr lang="zh-CN" altLang="en-US" dirty="0"/>
              <a:t>要打蓝桥杯等算法竞赛时会考到。</a:t>
            </a:r>
          </a:p>
        </p:txBody>
      </p:sp>
    </p:spTree>
    <p:extLst>
      <p:ext uri="{BB962C8B-B14F-4D97-AF65-F5344CB8AC3E}">
        <p14:creationId xmlns:p14="http://schemas.microsoft.com/office/powerpoint/2010/main" val="37198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57725-41F4-9CC6-2FA5-5044C89C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P1449 </a:t>
            </a:r>
            <a:r>
              <a:rPr lang="zh-CN" altLang="en-US" dirty="0"/>
              <a:t>后缀表达式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81D1E-8E69-2C8D-DF15-BC73D666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8CB83F-175E-D7D5-A270-F08D5FF7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132916" cy="234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63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49E24-EAA6-F018-EF00-55AF1788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P1449 </a:t>
            </a:r>
            <a:r>
              <a:rPr lang="zh-CN" altLang="en-US" dirty="0"/>
              <a:t>后缀表达式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8D9BF-D0CF-E67C-2F44-16A309025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后缀表达式对应的算式计算机可以直接计算。</a:t>
            </a:r>
            <a:endParaRPr lang="en-US" altLang="zh-CN" dirty="0"/>
          </a:p>
          <a:p>
            <a:r>
              <a:rPr lang="zh-CN" altLang="en-US" dirty="0"/>
              <a:t>具体方法：维护一个数字栈，遇到一个数字直接加入，每次遇到一个算数符号，就把数字栈最后两个元素拿出来运算，再将算出来的结果入栈即可。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45414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85075-5204-3A89-6FD5-459FEA7F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P1981 </a:t>
            </a:r>
            <a:r>
              <a:rPr lang="zh-CN" altLang="en-US" dirty="0"/>
              <a:t>表达式求值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7464BB-3EAE-77A9-DBCD-9C0978E3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90" y="1732109"/>
            <a:ext cx="10821910" cy="8002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61B00C-9343-7619-4E43-3EBD8615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93742"/>
            <a:ext cx="8473439" cy="276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61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CA58E-9FF3-75CA-3C2A-A192A236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P1981 </a:t>
            </a:r>
            <a:r>
              <a:rPr lang="zh-CN" altLang="en-US" dirty="0"/>
              <a:t>表达式求值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527BE-486F-BB1B-83B1-4655BB8F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一个简单的想法是把</a:t>
            </a:r>
            <a:r>
              <a:rPr lang="en-US" altLang="zh-CN" dirty="0"/>
              <a:t>*</a:t>
            </a:r>
            <a:r>
              <a:rPr lang="zh-CN" altLang="en-US" dirty="0"/>
              <a:t>单独拎出来算了，最后再把所有值加起来。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这里我们讲一种更通用的做法，它能处理含更多运算符（次幂，除法）的表达式求值。</a:t>
            </a:r>
          </a:p>
        </p:txBody>
      </p:sp>
    </p:spTree>
    <p:extLst>
      <p:ext uri="{BB962C8B-B14F-4D97-AF65-F5344CB8AC3E}">
        <p14:creationId xmlns:p14="http://schemas.microsoft.com/office/powerpoint/2010/main" val="3174878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EC7CC-D71A-EC25-5EB4-7AD3CC2F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P1981 </a:t>
            </a:r>
            <a:r>
              <a:rPr lang="zh-CN" altLang="en-US" dirty="0"/>
              <a:t>表达式求值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BB39A8C-E560-5044-DD34-F7E5C627E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7270"/>
            <a:ext cx="8943109" cy="3409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1C3DE885-95D1-B84C-A510-ED212D3CE93C}"/>
                  </a:ext>
                </a:extLst>
              </p14:cNvPr>
              <p14:cNvContentPartPr/>
              <p14:nvPr/>
            </p14:nvContentPartPr>
            <p14:xfrm>
              <a:off x="6683917" y="2469858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1C3DE885-95D1-B84C-A510-ED212D3CE9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7797" y="246373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AF9F53E4-7AD7-086E-FDFA-213A59200B74}"/>
                  </a:ext>
                </a:extLst>
              </p14:cNvPr>
              <p14:cNvContentPartPr/>
              <p14:nvPr/>
            </p14:nvContentPartPr>
            <p14:xfrm>
              <a:off x="7493917" y="3274818"/>
              <a:ext cx="2172600" cy="72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AF9F53E4-7AD7-086E-FDFA-213A59200B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87797" y="3262578"/>
                <a:ext cx="21848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4F1A4E2D-3261-7D31-7B17-4C4B23C363C5}"/>
              </a:ext>
            </a:extLst>
          </p:cNvPr>
          <p:cNvGrpSpPr/>
          <p:nvPr/>
        </p:nvGrpSpPr>
        <p:grpSpPr>
          <a:xfrm>
            <a:off x="1197517" y="3347898"/>
            <a:ext cx="2185920" cy="608400"/>
            <a:chOff x="1197517" y="3347898"/>
            <a:chExt cx="218592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9779E256-0627-3DC2-D41E-64FA26CEF7B2}"/>
                    </a:ext>
                  </a:extLst>
                </p14:cNvPr>
                <p14:cNvContentPartPr/>
                <p14:nvPr/>
              </p14:nvContentPartPr>
              <p14:xfrm>
                <a:off x="1197517" y="3547698"/>
                <a:ext cx="790920" cy="4608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9779E256-0627-3DC2-D41E-64FA26CEF7B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91397" y="3541578"/>
                  <a:ext cx="803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76876F96-8A60-3ACE-4068-F001B75BBDDF}"/>
                    </a:ext>
                  </a:extLst>
                </p14:cNvPr>
                <p14:cNvContentPartPr/>
                <p14:nvPr/>
              </p14:nvContentPartPr>
              <p14:xfrm>
                <a:off x="1360597" y="3347898"/>
                <a:ext cx="2022840" cy="60840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76876F96-8A60-3ACE-4068-F001B75BBDD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54477" y="3341778"/>
                  <a:ext cx="2035080" cy="62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D2182E99-1CC7-B7B2-DB59-3A4CDB97320D}"/>
                  </a:ext>
                </a:extLst>
              </p14:cNvPr>
              <p14:cNvContentPartPr/>
              <p14:nvPr/>
            </p14:nvContentPartPr>
            <p14:xfrm>
              <a:off x="2021917" y="3994098"/>
              <a:ext cx="492840" cy="42408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D2182E99-1CC7-B7B2-DB59-3A4CDB9732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15797" y="3987978"/>
                <a:ext cx="505080" cy="43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C7B70F4C-31F2-EA1A-B14E-FBF0C165128D}"/>
              </a:ext>
            </a:extLst>
          </p:cNvPr>
          <p:cNvGrpSpPr/>
          <p:nvPr/>
        </p:nvGrpSpPr>
        <p:grpSpPr>
          <a:xfrm>
            <a:off x="3403957" y="3846138"/>
            <a:ext cx="2341800" cy="667800"/>
            <a:chOff x="3403957" y="3846138"/>
            <a:chExt cx="234180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710F21C8-2314-B551-8116-07013A8F1A21}"/>
                    </a:ext>
                  </a:extLst>
                </p14:cNvPr>
                <p14:cNvContentPartPr/>
                <p14:nvPr/>
              </p14:nvContentPartPr>
              <p14:xfrm>
                <a:off x="3403957" y="3850818"/>
                <a:ext cx="939600" cy="66312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710F21C8-2314-B551-8116-07013A8F1A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97837" y="3844698"/>
                  <a:ext cx="95184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E1913931-49AE-3DBD-0E02-278D2FE20338}"/>
                    </a:ext>
                  </a:extLst>
                </p14:cNvPr>
                <p14:cNvContentPartPr/>
                <p14:nvPr/>
              </p14:nvContentPartPr>
              <p14:xfrm>
                <a:off x="4640197" y="3846138"/>
                <a:ext cx="1105560" cy="53244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E1913931-49AE-3DBD-0E02-278D2FE203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34077" y="3840018"/>
                  <a:ext cx="1117800" cy="54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77ED374E-7103-2B57-E4CA-2DC36B568546}"/>
                  </a:ext>
                </a:extLst>
              </p14:cNvPr>
              <p14:cNvContentPartPr/>
              <p14:nvPr/>
            </p14:nvContentPartPr>
            <p14:xfrm>
              <a:off x="1295797" y="4412058"/>
              <a:ext cx="653400" cy="48708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77ED374E-7103-2B57-E4CA-2DC36B5685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89677" y="4405938"/>
                <a:ext cx="66564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286E91DF-60C9-9BDE-D4C5-C4AEAE7B3E39}"/>
                  </a:ext>
                </a:extLst>
              </p14:cNvPr>
              <p14:cNvContentPartPr/>
              <p14:nvPr/>
            </p14:nvContentPartPr>
            <p14:xfrm>
              <a:off x="6171997" y="4437618"/>
              <a:ext cx="360" cy="36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286E91DF-60C9-9BDE-D4C5-C4AEAE7B3E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5877" y="443149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640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350</Words>
  <Application>Microsoft Office PowerPoint</Application>
  <PresentationFormat>宽屏</PresentationFormat>
  <Paragraphs>35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贪心</vt:lpstr>
      <vt:lpstr>贪心简介</vt:lpstr>
      <vt:lpstr>P1181 数列分段I</vt:lpstr>
      <vt:lpstr>P2240部分背包问题</vt:lpstr>
      <vt:lpstr>P2240部分背包问题</vt:lpstr>
      <vt:lpstr>P1090 合并果子</vt:lpstr>
      <vt:lpstr>P1090 合并果子</vt:lpstr>
      <vt:lpstr>P1106 删数游戏</vt:lpstr>
      <vt:lpstr>P1106 删数游戏</vt:lpstr>
      <vt:lpstr>P1843 奶牛晒衣服</vt:lpstr>
      <vt:lpstr>P1843 奶牛晒衣服</vt:lpstr>
      <vt:lpstr>表达式求值</vt:lpstr>
      <vt:lpstr>P1449 后缀表达式</vt:lpstr>
      <vt:lpstr>P1449 后缀表达式</vt:lpstr>
      <vt:lpstr>P1981 表达式求值</vt:lpstr>
      <vt:lpstr>P1981 表达式求值</vt:lpstr>
      <vt:lpstr>P1981 表达式求值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37</cp:revision>
  <dcterms:created xsi:type="dcterms:W3CDTF">2025-09-13T11:19:12Z</dcterms:created>
  <dcterms:modified xsi:type="dcterms:W3CDTF">2025-10-03T14:04:06Z</dcterms:modified>
</cp:coreProperties>
</file>