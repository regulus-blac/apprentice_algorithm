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56" r:id="rId3"/>
    <p:sldId id="257" r:id="rId4"/>
    <p:sldId id="258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308" r:id="rId14"/>
    <p:sldId id="293" r:id="rId15"/>
    <p:sldId id="259" r:id="rId16"/>
    <p:sldId id="260" r:id="rId17"/>
    <p:sldId id="261" r:id="rId18"/>
    <p:sldId id="262" r:id="rId19"/>
    <p:sldId id="263" r:id="rId20"/>
    <p:sldId id="294" r:id="rId21"/>
    <p:sldId id="307" r:id="rId22"/>
    <p:sldId id="309" r:id="rId23"/>
    <p:sldId id="295" r:id="rId24"/>
    <p:sldId id="264" r:id="rId25"/>
    <p:sldId id="296" r:id="rId26"/>
    <p:sldId id="265" r:id="rId27"/>
    <p:sldId id="272" r:id="rId28"/>
    <p:sldId id="297" r:id="rId29"/>
    <p:sldId id="298" r:id="rId30"/>
    <p:sldId id="273" r:id="rId31"/>
    <p:sldId id="299" r:id="rId32"/>
    <p:sldId id="274" r:id="rId33"/>
    <p:sldId id="301" r:id="rId34"/>
    <p:sldId id="302" r:id="rId35"/>
    <p:sldId id="275" r:id="rId36"/>
    <p:sldId id="303" r:id="rId37"/>
    <p:sldId id="304" r:id="rId38"/>
    <p:sldId id="276" r:id="rId39"/>
    <p:sldId id="305" r:id="rId40"/>
    <p:sldId id="277" r:id="rId41"/>
    <p:sldId id="306" r:id="rId42"/>
    <p:sldId id="278" r:id="rId43"/>
    <p:sldId id="279" r:id="rId44"/>
    <p:sldId id="280" r:id="rId45"/>
    <p:sldId id="281" r:id="rId4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3F3"/>
    <a:srgbClr val="FFFFFF"/>
    <a:srgbClr val="E7E7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1" autoAdjust="0"/>
    <p:restoredTop sz="94660"/>
  </p:normalViewPr>
  <p:slideViewPr>
    <p:cSldViewPr snapToGrid="0">
      <p:cViewPr varScale="1">
        <p:scale>
          <a:sx n="91" d="100"/>
          <a:sy n="91" d="100"/>
        </p:scale>
        <p:origin x="68" y="4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A69AE1-9D4C-6017-260D-DD0DD82F2C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E8246CC-87A9-9AB1-8E15-8DA1834D5F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FEA465-9E39-1C75-FBA2-9BC26DED6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71DB-0C95-4459-8523-A2BA0F0AB0DD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9F8C27-57C3-C30B-BF95-CAAAA58E6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E5E08D-7706-C5AF-E7ED-1BA3B084E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3A8EE-2040-42A2-9AD6-1C72263E0E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9308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9047EA-21B6-5111-5C50-22128FA64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D5F48F-430A-1288-A554-CD3930A9A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B7BB07-22C3-6890-44AD-69F6A499F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71DB-0C95-4459-8523-A2BA0F0AB0DD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98DB91-1E38-9788-AE87-859047984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E6B36E-14AD-A33F-A5F4-695DEC997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3A8EE-2040-42A2-9AD6-1C72263E0E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01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3325C7-EB36-E117-2143-DC76D4962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4F0F0C-AB91-AC7A-2F7C-572429EBBD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F24CB0-B6CE-60F0-6A2F-3398BD921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71DB-0C95-4459-8523-A2BA0F0AB0DD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234A30-6E78-1042-31E4-08400EBBB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9F0260-46DF-DF67-E211-535C2B150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3A8EE-2040-42A2-9AD6-1C72263E0E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6311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261FF8-B6B0-5C5E-34E5-0DC036C2A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C4AC9E-D504-9017-F814-4E9B36BF55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491A81B-0F68-0493-014F-3139BA34D7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DCE80F0-234A-61C2-9F8C-640860C76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71DB-0C95-4459-8523-A2BA0F0AB0DD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21D0499-8DEE-839C-8526-570700D14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EEDBA58-0E49-227A-1442-A89EB1241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3A8EE-2040-42A2-9AD6-1C72263E0E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9557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54A95-4CC2-A623-3F3A-F25931208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57F761-FD68-9250-8921-AE41A8388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CEB5781-9AC1-E2A5-38A4-69A7EAA042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3A1E247-4E1D-AF1B-B2C7-01B74EA969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0E680A3-A1F1-2375-F90E-D267F322FB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C9619D7-A3C2-D439-EB96-5CFE035F2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71DB-0C95-4459-8523-A2BA0F0AB0DD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A3A695F-FD77-4EB3-F871-5A1291057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A7C4437-FB94-AF3C-A5E8-E216F4E71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3A8EE-2040-42A2-9AD6-1C72263E0E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4736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2E37C4-71A7-A4F6-B8CD-2891913C7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F0546BA-B974-B06E-51A1-90FA2634E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71DB-0C95-4459-8523-A2BA0F0AB0DD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C9BAC0D-A29B-11BE-CDA0-B95D8CA7F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B3278E4-B225-5BE0-3A6D-14B933E92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3A8EE-2040-42A2-9AD6-1C72263E0E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2092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B28FACF-3416-A7C5-1359-B84BAF72B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71DB-0C95-4459-8523-A2BA0F0AB0DD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9C1FFC6-BF5D-F944-E385-C679FE4CF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5AFDC1-5AAC-D62E-03E5-31AA91D1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3A8EE-2040-42A2-9AD6-1C72263E0E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6869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0CF448-AFB3-461B-A7EC-8714F8F20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E050AA-301F-2F9E-53B8-8E6BF9D66F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5A0707E-120D-A23A-0D37-700FC83F7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DC2509B-9195-7543-3180-B4FDEBB8F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71DB-0C95-4459-8523-A2BA0F0AB0DD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7324A69-9B0C-5D52-4570-7479F4DC7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3D586C0-2D1D-0139-B5C1-86FD90746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3A8EE-2040-42A2-9AD6-1C72263E0E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2761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4AF585-BCD0-A24F-42C9-9586C71A1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C690252-DBC6-BEF7-2DFC-7659F74CA5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FFC1005-1E1E-72CF-D710-C440F11198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F417FC0-85A1-828E-4B6E-A8F0A7FCB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71DB-0C95-4459-8523-A2BA0F0AB0DD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7A88D65-225B-8234-40F0-A52E14ECB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310408B-C796-EE13-B3BE-11533CC25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3A8EE-2040-42A2-9AD6-1C72263E0E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6762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0505A7-D7C6-B316-F7D4-E93BE9F84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A909D79-1483-4D0C-8D36-D01B0EA47B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DE9996-DF2A-B2D8-5BEC-B93C63F0B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71DB-0C95-4459-8523-A2BA0F0AB0DD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0D7DDD-F190-112E-7B21-ECD50AE8D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CD2BB7-F566-7077-2CF1-4887F0D12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3A8EE-2040-42A2-9AD6-1C72263E0E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2967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2AD7F0B-5D84-12DA-4B51-274AB42549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10EBC41-8712-E098-2AA9-3589EC5905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69ECFA-5867-398D-0278-F0B7C28C8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71DB-0C95-4459-8523-A2BA0F0AB0DD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A2C35E-E621-C0F7-3A2B-66635D7AC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2A30DE-D862-2B89-26D6-CD44B16BD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3A8EE-2040-42A2-9AD6-1C72263E0E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1901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BBEF774-A103-A697-B26F-E84408ED4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4DD8784-0C9F-F8EE-4485-39506EBDCF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5C7D9F-924B-78E5-9FF4-E1ACF1A863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D171DB-0C95-4459-8523-A2BA0F0AB0DD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0404BB-4E79-2FB4-21C7-696C389367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BF130D-4DD9-B4C0-A15A-7202FCBC46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F3A8EE-2040-42A2-9AD6-1C72263E0E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4428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5E96FD-0F51-0AF6-5A1D-D2E4982DF6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BA7CD32-BF64-BBB3-802F-AF4D964F9B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6732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5944A4-F27D-8A5B-5F74-BF8E7E9382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740E4F2-0880-BBF1-B79F-0DDBD57B69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A1384F5-7561-5CFC-23AA-DF47F3D1A4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356" y="0"/>
            <a:ext cx="109582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04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0896CC-3148-F559-DA23-0052E84B4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95B41A8-5AC5-049E-4995-A0270DC5B9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29" y="0"/>
            <a:ext cx="11298056" cy="6658550"/>
          </a:xfrm>
          <a:solidFill>
            <a:srgbClr val="F3F3F3"/>
          </a:solidFill>
        </p:spPr>
      </p:pic>
    </p:spTree>
    <p:extLst>
      <p:ext uri="{BB962C8B-B14F-4D97-AF65-F5344CB8AC3E}">
        <p14:creationId xmlns:p14="http://schemas.microsoft.com/office/powerpoint/2010/main" val="2777845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5B363C-6245-E367-9DC9-94FB85B73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7A49ECB-5B3E-9D91-79B7-0B2176CBB3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2205" y="18411"/>
            <a:ext cx="10361595" cy="6858000"/>
          </a:xfrm>
          <a:solidFill>
            <a:schemeClr val="bg2"/>
          </a:solidFill>
        </p:spPr>
      </p:pic>
    </p:spTree>
    <p:extLst>
      <p:ext uri="{BB962C8B-B14F-4D97-AF65-F5344CB8AC3E}">
        <p14:creationId xmlns:p14="http://schemas.microsoft.com/office/powerpoint/2010/main" val="2021395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87DC71B1-D454-5721-FE2F-0C8F56C84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68BD8AE-D430-8F0B-FBDA-7F67EEBD2D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9119" y="2230183"/>
            <a:ext cx="9537875" cy="2020730"/>
          </a:xfrm>
        </p:spPr>
      </p:pic>
    </p:spTree>
    <p:extLst>
      <p:ext uri="{BB962C8B-B14F-4D97-AF65-F5344CB8AC3E}">
        <p14:creationId xmlns:p14="http://schemas.microsoft.com/office/powerpoint/2010/main" val="2094004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C810D7-1CFA-C6CC-DC0D-C01963113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66A2D564-F7A2-8AE2-C2BD-3F31DA1FC9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593313"/>
            <a:ext cx="9584398" cy="5562710"/>
          </a:xfrm>
        </p:spPr>
      </p:pic>
    </p:spTree>
    <p:extLst>
      <p:ext uri="{BB962C8B-B14F-4D97-AF65-F5344CB8AC3E}">
        <p14:creationId xmlns:p14="http://schemas.microsoft.com/office/powerpoint/2010/main" val="552233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650391-7720-F340-C0D0-2F6B75D83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72548DE-0C2B-89AA-2F65-DAF71134DB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1708" y="538002"/>
            <a:ext cx="9650172" cy="2305372"/>
          </a:xfrm>
        </p:spPr>
      </p:pic>
    </p:spTree>
    <p:extLst>
      <p:ext uri="{BB962C8B-B14F-4D97-AF65-F5344CB8AC3E}">
        <p14:creationId xmlns:p14="http://schemas.microsoft.com/office/powerpoint/2010/main" val="3933079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C291C1-3AC0-6EE6-A462-51338D9F1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15B5466F-9A6F-B728-FF7D-F9CDB5EBE1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3506" y="725936"/>
            <a:ext cx="9909448" cy="4969397"/>
          </a:xfrm>
        </p:spPr>
      </p:pic>
    </p:spTree>
    <p:extLst>
      <p:ext uri="{BB962C8B-B14F-4D97-AF65-F5344CB8AC3E}">
        <p14:creationId xmlns:p14="http://schemas.microsoft.com/office/powerpoint/2010/main" val="3116977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131CF6-ECCC-2D03-1DCC-EF0309882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39F6827-2666-2A20-8078-20968AB9D1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65125"/>
            <a:ext cx="9631119" cy="1838582"/>
          </a:xfrm>
        </p:spPr>
      </p:pic>
    </p:spTree>
    <p:extLst>
      <p:ext uri="{BB962C8B-B14F-4D97-AF65-F5344CB8AC3E}">
        <p14:creationId xmlns:p14="http://schemas.microsoft.com/office/powerpoint/2010/main" val="3168542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AF3AE6-554C-F437-D8DC-9FF03E5F4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AFD967E-A3D1-1AE5-70BE-B38E9A283C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5827" y="432770"/>
            <a:ext cx="9754156" cy="5499888"/>
          </a:xfrm>
        </p:spPr>
      </p:pic>
    </p:spTree>
    <p:extLst>
      <p:ext uri="{BB962C8B-B14F-4D97-AF65-F5344CB8AC3E}">
        <p14:creationId xmlns:p14="http://schemas.microsoft.com/office/powerpoint/2010/main" val="3273603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BB9CD8-EE3C-74B5-ED69-AA0222E5E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156601A5-FEE3-ECE3-B01E-AFEA2952F1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2359" y="0"/>
            <a:ext cx="10515600" cy="3545122"/>
          </a:xfrm>
          <a:solidFill>
            <a:srgbClr val="FFFFFF"/>
          </a:solidFill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45A4FA5-4C8D-27D6-08EF-E28688AF3E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5923" y="3968398"/>
            <a:ext cx="6001588" cy="252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7400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6085E5-ED88-F333-59C2-F2105BEC2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4A94BD-9F16-709D-FA39-5C5989DBC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053CCA8-3D0D-9937-7F52-9BFFB298EC4C}"/>
              </a:ext>
            </a:extLst>
          </p:cNvPr>
          <p:cNvSpPr/>
          <p:nvPr/>
        </p:nvSpPr>
        <p:spPr>
          <a:xfrm>
            <a:off x="1603094" y="987394"/>
            <a:ext cx="6869575" cy="810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C1F149D-47D8-18C7-32F6-A783FCDA5C72}"/>
              </a:ext>
            </a:extLst>
          </p:cNvPr>
          <p:cNvSpPr/>
          <p:nvPr/>
        </p:nvSpPr>
        <p:spPr>
          <a:xfrm>
            <a:off x="2199190" y="1394749"/>
            <a:ext cx="1655180" cy="810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7EF398F-17D4-0479-B81F-D1A97D44A1C3}"/>
              </a:ext>
            </a:extLst>
          </p:cNvPr>
          <p:cNvSpPr/>
          <p:nvPr/>
        </p:nvSpPr>
        <p:spPr>
          <a:xfrm>
            <a:off x="4427316" y="1394749"/>
            <a:ext cx="2928395" cy="810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C724B03-AC8C-8A32-9157-924FFDD608EB}"/>
              </a:ext>
            </a:extLst>
          </p:cNvPr>
          <p:cNvSpPr/>
          <p:nvPr/>
        </p:nvSpPr>
        <p:spPr>
          <a:xfrm>
            <a:off x="3651812" y="3449116"/>
            <a:ext cx="1637818" cy="1302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7F2EF95-A803-F64C-5D81-B81AC912E969}"/>
              </a:ext>
            </a:extLst>
          </p:cNvPr>
          <p:cNvSpPr/>
          <p:nvPr/>
        </p:nvSpPr>
        <p:spPr>
          <a:xfrm>
            <a:off x="989635" y="3123857"/>
            <a:ext cx="3003630" cy="1302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E223D1C-7511-54AC-4F53-19BD287B6326}"/>
              </a:ext>
            </a:extLst>
          </p:cNvPr>
          <p:cNvSpPr/>
          <p:nvPr/>
        </p:nvSpPr>
        <p:spPr>
          <a:xfrm>
            <a:off x="5037881" y="3123856"/>
            <a:ext cx="3478192" cy="1302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20056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FF5022-7134-096E-E498-4AC58A8F2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4E7E60D9-B7C2-25AF-1515-6C8C48DF62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4641" y="1099689"/>
            <a:ext cx="8434901" cy="4351338"/>
          </a:xfrm>
        </p:spPr>
      </p:pic>
    </p:spTree>
    <p:extLst>
      <p:ext uri="{BB962C8B-B14F-4D97-AF65-F5344CB8AC3E}">
        <p14:creationId xmlns:p14="http://schemas.microsoft.com/office/powerpoint/2010/main" val="25606045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E273D3-1EB7-ACF5-53CF-DC6C793DE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99F7516-8BAC-8848-7EA7-96C38332BC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7078" y="299427"/>
            <a:ext cx="4801724" cy="6170839"/>
          </a:xfrm>
        </p:spPr>
      </p:pic>
    </p:spTree>
    <p:extLst>
      <p:ext uri="{BB962C8B-B14F-4D97-AF65-F5344CB8AC3E}">
        <p14:creationId xmlns:p14="http://schemas.microsoft.com/office/powerpoint/2010/main" val="14934812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0CCD3C-344F-3077-BB1E-77698425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C70ABC8-E81F-BDD1-045E-3F084E521F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6259" y="365125"/>
            <a:ext cx="10507541" cy="2353003"/>
          </a:xfrm>
        </p:spPr>
      </p:pic>
    </p:spTree>
    <p:extLst>
      <p:ext uri="{BB962C8B-B14F-4D97-AF65-F5344CB8AC3E}">
        <p14:creationId xmlns:p14="http://schemas.microsoft.com/office/powerpoint/2010/main" val="38078319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6963E0-2BC4-79AF-A1F2-20A79C0FF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60105F0-9947-FFEC-3384-713F93747A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65125"/>
            <a:ext cx="6553905" cy="6063548"/>
          </a:xfrm>
        </p:spPr>
      </p:pic>
    </p:spTree>
    <p:extLst>
      <p:ext uri="{BB962C8B-B14F-4D97-AF65-F5344CB8AC3E}">
        <p14:creationId xmlns:p14="http://schemas.microsoft.com/office/powerpoint/2010/main" val="2708889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BF8EFA-9A5B-9943-13E0-2F47524F4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37486E4-B821-5A7C-1198-E349165F69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65125"/>
            <a:ext cx="9897856" cy="2181529"/>
          </a:xfrm>
        </p:spPr>
      </p:pic>
    </p:spTree>
    <p:extLst>
      <p:ext uri="{BB962C8B-B14F-4D97-AF65-F5344CB8AC3E}">
        <p14:creationId xmlns:p14="http://schemas.microsoft.com/office/powerpoint/2010/main" val="18073297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CA020B-984C-C00A-F677-92243BC87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220F734-2BC2-3642-5306-6EF073EEFE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65125"/>
            <a:ext cx="6585097" cy="6492875"/>
          </a:xfrm>
          <a:solidFill>
            <a:srgbClr val="E7E7E7"/>
          </a:solidFill>
        </p:spPr>
      </p:pic>
    </p:spTree>
    <p:extLst>
      <p:ext uri="{BB962C8B-B14F-4D97-AF65-F5344CB8AC3E}">
        <p14:creationId xmlns:p14="http://schemas.microsoft.com/office/powerpoint/2010/main" val="19426287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E90A4B-E730-3683-8AC8-5EE9D15EE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8F52E267-69BF-71C2-6E48-04287C953E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65125"/>
            <a:ext cx="9707330" cy="1867161"/>
          </a:xfr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5764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DB439F-4F52-CA48-4B83-C4FE19709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C1ECAD-B02C-A765-3A89-259876BCD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贪心策略，每次都把价值最小的果子进行合成</a:t>
            </a:r>
          </a:p>
        </p:txBody>
      </p:sp>
    </p:spTree>
    <p:extLst>
      <p:ext uri="{BB962C8B-B14F-4D97-AF65-F5344CB8AC3E}">
        <p14:creationId xmlns:p14="http://schemas.microsoft.com/office/powerpoint/2010/main" val="15329616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F26FFB-6878-021F-CDCC-F04E64B75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FD4EEBB-0D0B-897A-C04E-5443A6EBBB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1982" y="656134"/>
            <a:ext cx="9778932" cy="5095118"/>
          </a:xfrm>
        </p:spPr>
      </p:pic>
    </p:spTree>
    <p:extLst>
      <p:ext uri="{BB962C8B-B14F-4D97-AF65-F5344CB8AC3E}">
        <p14:creationId xmlns:p14="http://schemas.microsoft.com/office/powerpoint/2010/main" val="32463324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6E4EA4-5572-6EE1-509C-014F6B5DE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B3E9299-2886-512C-6E58-0B3C6145AA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95107"/>
            <a:ext cx="9745435" cy="1295581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3CA1F54-4761-6CB1-D055-6658D1800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197" y="1942414"/>
            <a:ext cx="9593014" cy="491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2215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836AD0-1991-EE47-668E-A61F89F3A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09B5F51-5C04-0049-E00F-048AD90A8F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65125"/>
            <a:ext cx="5939409" cy="5811274"/>
          </a:xfrm>
        </p:spPr>
      </p:pic>
    </p:spTree>
    <p:extLst>
      <p:ext uri="{BB962C8B-B14F-4D97-AF65-F5344CB8AC3E}">
        <p14:creationId xmlns:p14="http://schemas.microsoft.com/office/powerpoint/2010/main" val="33105094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18243F-BB72-A442-04C4-0B83D53C0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1749D2D3-5379-C7F4-2090-D226FCC0BD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65125"/>
            <a:ext cx="10069330" cy="2514951"/>
          </a:xfrm>
        </p:spPr>
      </p:pic>
    </p:spTree>
    <p:extLst>
      <p:ext uri="{BB962C8B-B14F-4D97-AF65-F5344CB8AC3E}">
        <p14:creationId xmlns:p14="http://schemas.microsoft.com/office/powerpoint/2010/main" val="34923050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90293C-F267-4EF1-99CD-85A1D075B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21FBBD-2CA3-E5E7-227E-920F4CF34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贪心策略：每次加热湿度最大的衣服。</a:t>
            </a:r>
          </a:p>
        </p:txBody>
      </p:sp>
    </p:spTree>
    <p:extLst>
      <p:ext uri="{BB962C8B-B14F-4D97-AF65-F5344CB8AC3E}">
        <p14:creationId xmlns:p14="http://schemas.microsoft.com/office/powerpoint/2010/main" val="13613174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8B79BA-5DBD-71B3-8999-798A8F84A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5C4CD69-E157-9B2C-1ABC-EE9C72EDDB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5301" y="0"/>
            <a:ext cx="7060301" cy="6858000"/>
          </a:xfr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193AC075-20D1-A2EF-DF3C-B1E0E3CD8310}"/>
              </a:ext>
            </a:extLst>
          </p:cNvPr>
          <p:cNvSpPr/>
          <p:nvPr/>
        </p:nvSpPr>
        <p:spPr>
          <a:xfrm>
            <a:off x="481631" y="0"/>
            <a:ext cx="2177807" cy="279206"/>
          </a:xfrm>
          <a:prstGeom prst="rect">
            <a:avLst/>
          </a:prstGeom>
          <a:solidFill>
            <a:srgbClr val="F3F3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70957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A1EC39-2E4C-A620-DF7E-F258B4A02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6BB62C09-4213-BD3D-B567-64A2268A29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9855" y="365125"/>
            <a:ext cx="11048118" cy="1816704"/>
          </a:xfrm>
        </p:spPr>
      </p:pic>
    </p:spTree>
    <p:extLst>
      <p:ext uri="{BB962C8B-B14F-4D97-AF65-F5344CB8AC3E}">
        <p14:creationId xmlns:p14="http://schemas.microsoft.com/office/powerpoint/2010/main" val="17238212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1D5A49-6F4B-6D8A-331D-2A20A4FB6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456CBD-658C-1CFA-BC9E-92A222083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404040"/>
                </a:solidFill>
                <a:effectLst/>
                <a:latin typeface="-apple-system"/>
              </a:rPr>
              <a:t>想要种树种得少，就要一棵树在多个区间同时出现。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404040"/>
                </a:solidFill>
                <a:effectLst/>
                <a:latin typeface="-apple-system"/>
              </a:rPr>
              <a:t>所以，在重叠部分种尽可能多的树即可。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404040"/>
                </a:solidFill>
                <a:effectLst/>
                <a:latin typeface="-apple-system"/>
              </a:rPr>
              <a:t>然而重叠部分一定在区间的尾部。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404040"/>
                </a:solidFill>
                <a:effectLst/>
                <a:latin typeface="-apple-system"/>
              </a:rPr>
              <a:t>所以先对结束苇子进行排序，然后依次在区间的尾部从前往后种树直到满足要求，对于下一个区间，看看差多少树，就在结尾补多少。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845617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8EA259-F71F-8C7D-5220-AB404029D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1CCF83A-07A6-CD88-023C-FDCFED5FAD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05944"/>
            <a:ext cx="4801763" cy="6752056"/>
          </a:xfrm>
        </p:spPr>
      </p:pic>
    </p:spTree>
    <p:extLst>
      <p:ext uri="{BB962C8B-B14F-4D97-AF65-F5344CB8AC3E}">
        <p14:creationId xmlns:p14="http://schemas.microsoft.com/office/powerpoint/2010/main" val="964561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67FAD7-B6C7-E501-D171-DEB9382F2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B72DB47-C462-4415-5D9B-048CEE106D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65125"/>
            <a:ext cx="10515600" cy="2078759"/>
          </a:xfrm>
        </p:spPr>
      </p:pic>
    </p:spTree>
    <p:extLst>
      <p:ext uri="{BB962C8B-B14F-4D97-AF65-F5344CB8AC3E}">
        <p14:creationId xmlns:p14="http://schemas.microsoft.com/office/powerpoint/2010/main" val="24952374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DD4D9C-C981-315A-A011-CA9E8B466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D1E5E7C-D745-26B8-A624-1C9839B28F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4933" y="1027906"/>
            <a:ext cx="11482892" cy="3081072"/>
          </a:xfrm>
        </p:spPr>
      </p:pic>
    </p:spTree>
    <p:extLst>
      <p:ext uri="{BB962C8B-B14F-4D97-AF65-F5344CB8AC3E}">
        <p14:creationId xmlns:p14="http://schemas.microsoft.com/office/powerpoint/2010/main" val="35978120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6692BB-5465-F0A1-35B7-75E7A394D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807D6200-A236-0E26-B948-B2EF03DF59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0326" y="162568"/>
            <a:ext cx="9544291" cy="6426149"/>
          </a:xfrm>
        </p:spPr>
      </p:pic>
    </p:spTree>
    <p:extLst>
      <p:ext uri="{BB962C8B-B14F-4D97-AF65-F5344CB8AC3E}">
        <p14:creationId xmlns:p14="http://schemas.microsoft.com/office/powerpoint/2010/main" val="17637474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501EBB-E6A8-5EF3-8FF1-057BBD0D1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ADA9BE-5E4F-A97D-820E-451D27B448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与种树类似，均是从每段区间尾端开始考虑。</a:t>
            </a:r>
          </a:p>
        </p:txBody>
      </p:sp>
    </p:spTree>
    <p:extLst>
      <p:ext uri="{BB962C8B-B14F-4D97-AF65-F5344CB8AC3E}">
        <p14:creationId xmlns:p14="http://schemas.microsoft.com/office/powerpoint/2010/main" val="5280391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3D5057-9615-3CEF-AA6F-61C8C53E7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C3539E2-DE7B-19F1-4CF2-11A71F618D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8757" y="365125"/>
            <a:ext cx="5877792" cy="5839475"/>
          </a:xfrm>
        </p:spPr>
      </p:pic>
    </p:spTree>
    <p:extLst>
      <p:ext uri="{BB962C8B-B14F-4D97-AF65-F5344CB8AC3E}">
        <p14:creationId xmlns:p14="http://schemas.microsoft.com/office/powerpoint/2010/main" val="21139006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53BC02-5A7E-8E64-49BF-DE4019F04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DB16896B-7861-8F45-DCEE-4E22C1D683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65125"/>
            <a:ext cx="10515600" cy="3199602"/>
          </a:xfrm>
        </p:spPr>
      </p:pic>
    </p:spTree>
    <p:extLst>
      <p:ext uri="{BB962C8B-B14F-4D97-AF65-F5344CB8AC3E}">
        <p14:creationId xmlns:p14="http://schemas.microsoft.com/office/powerpoint/2010/main" val="16650616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2E1CA3-D1DB-E9A8-F64D-1107E42B3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2897D3C-5C8D-EB56-C29B-CED43DC132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7009" y="0"/>
            <a:ext cx="7317789" cy="6858000"/>
          </a:xfrm>
        </p:spPr>
      </p:pic>
    </p:spTree>
    <p:extLst>
      <p:ext uri="{BB962C8B-B14F-4D97-AF65-F5344CB8AC3E}">
        <p14:creationId xmlns:p14="http://schemas.microsoft.com/office/powerpoint/2010/main" val="28464816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188159-90CA-46CE-3390-5F403DAB8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D5922AC3-CCAB-B0D9-2983-63DF0A6C2B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2560" y="365125"/>
            <a:ext cx="5768784" cy="6277049"/>
          </a:xfrm>
        </p:spPr>
      </p:pic>
    </p:spTree>
    <p:extLst>
      <p:ext uri="{BB962C8B-B14F-4D97-AF65-F5344CB8AC3E}">
        <p14:creationId xmlns:p14="http://schemas.microsoft.com/office/powerpoint/2010/main" val="31032431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C9AF37-3953-0BB6-C6C5-B135BF69D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A96944B8-DFD3-10A1-F49D-6C1E23D812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0478" y="365125"/>
            <a:ext cx="10515600" cy="2277035"/>
          </a:xfrm>
        </p:spPr>
      </p:pic>
    </p:spTree>
    <p:extLst>
      <p:ext uri="{BB962C8B-B14F-4D97-AF65-F5344CB8AC3E}">
        <p14:creationId xmlns:p14="http://schemas.microsoft.com/office/powerpoint/2010/main" val="36834314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577FF7-0D95-D5BD-6701-8E685329E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46A8467-602F-55AB-C184-4B8CE2CD3F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65125"/>
            <a:ext cx="6229716" cy="6293941"/>
          </a:xfrm>
        </p:spPr>
      </p:pic>
    </p:spTree>
    <p:extLst>
      <p:ext uri="{BB962C8B-B14F-4D97-AF65-F5344CB8AC3E}">
        <p14:creationId xmlns:p14="http://schemas.microsoft.com/office/powerpoint/2010/main" val="19355755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D60A21-CA23-DA3E-B0A5-D4EE456F9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123EDBA-C345-F668-58A9-30AFB11977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65125"/>
            <a:ext cx="10515600" cy="1744947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F376466-9DE5-211A-6701-E585C40ACE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071" y="365125"/>
            <a:ext cx="10621857" cy="377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1490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47481F-3D8C-1A57-877D-6E655465E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83FFD829-C42B-8B89-31E6-3877873DEA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4490" y="267403"/>
            <a:ext cx="5195156" cy="5841915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4B32F06-F960-6633-F7F7-41C2456B1A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0042" y="267402"/>
            <a:ext cx="5987796" cy="5841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7956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C53BE7-B4D3-44CC-E728-A88ABE864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0A2E53C-5019-9202-5C8E-E09D592FAD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65124"/>
            <a:ext cx="10515600" cy="1931345"/>
          </a:xfrm>
        </p:spPr>
      </p:pic>
    </p:spTree>
    <p:extLst>
      <p:ext uri="{BB962C8B-B14F-4D97-AF65-F5344CB8AC3E}">
        <p14:creationId xmlns:p14="http://schemas.microsoft.com/office/powerpoint/2010/main" val="15517558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00D975-96C3-4519-9E60-991865D0A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B384C7A-4B27-DC67-7216-AB2534813D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401517"/>
            <a:ext cx="7046988" cy="5686856"/>
          </a:xfrm>
        </p:spPr>
      </p:pic>
    </p:spTree>
    <p:extLst>
      <p:ext uri="{BB962C8B-B14F-4D97-AF65-F5344CB8AC3E}">
        <p14:creationId xmlns:p14="http://schemas.microsoft.com/office/powerpoint/2010/main" val="4989700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56BC60-C960-2AEC-3F08-D522CF67D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题目：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902A79-1D01-C5AF-B2C8-8CF4B1852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Loj:10000 10001 10005 10008</a:t>
            </a:r>
          </a:p>
          <a:p>
            <a:endParaRPr lang="en-US" altLang="zh-CN" dirty="0"/>
          </a:p>
          <a:p>
            <a:r>
              <a:rPr lang="en-US" altLang="zh-CN" dirty="0"/>
              <a:t>Luogu:2512 1031 1080 1090 </a:t>
            </a:r>
            <a:r>
              <a:rPr lang="en-US" altLang="zh-CN"/>
              <a:t>1250 1181 1843 2240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92716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E28872-D725-5A10-5517-FA7A8E562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8FE7C6-B882-728F-8025-D941D68A14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5314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灰度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1538</TotalTime>
  <Words>136</Words>
  <Application>Microsoft Office PowerPoint</Application>
  <PresentationFormat>宽屏</PresentationFormat>
  <Paragraphs>8</Paragraphs>
  <Slides>45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50" baseType="lpstr">
      <vt:lpstr>-apple-system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题目：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lqx18772038785@163.com</dc:creator>
  <cp:lastModifiedBy>lqx18772038785@163.com</cp:lastModifiedBy>
  <cp:revision>6</cp:revision>
  <dcterms:created xsi:type="dcterms:W3CDTF">2025-10-27T00:33:11Z</dcterms:created>
  <dcterms:modified xsi:type="dcterms:W3CDTF">2025-10-29T09:50:28Z</dcterms:modified>
</cp:coreProperties>
</file>